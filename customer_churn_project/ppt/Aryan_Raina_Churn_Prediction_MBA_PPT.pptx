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18"/>
  </p:notesMasterIdLst>
  <p:handoutMasterIdLst>
    <p:handoutMasterId r:id="rId19"/>
  </p:handoutMasterIdLst>
  <p:sldIdLst>
    <p:sldId id="259" r:id="rId2"/>
    <p:sldId id="505" r:id="rId3"/>
    <p:sldId id="510" r:id="rId4"/>
    <p:sldId id="509" r:id="rId5"/>
    <p:sldId id="507" r:id="rId6"/>
    <p:sldId id="508" r:id="rId7"/>
    <p:sldId id="506" r:id="rId8"/>
    <p:sldId id="512" r:id="rId9"/>
    <p:sldId id="513" r:id="rId10"/>
    <p:sldId id="514" r:id="rId11"/>
    <p:sldId id="600" r:id="rId12"/>
    <p:sldId id="601" r:id="rId13"/>
    <p:sldId id="602" r:id="rId14"/>
    <p:sldId id="603" r:id="rId15"/>
    <p:sldId id="604" r:id="rId16"/>
    <p:sldId id="482" r:id="rId17"/>
  </p:sldIdLst>
  <p:sldSz cx="9144000" cy="6858000" type="screen4x3"/>
  <p:notesSz cx="6858000" cy="9144000"/>
  <p:custDataLst>
    <p:tags r:id="rId20"/>
  </p:custDataLst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9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8" autoAdjust="0"/>
    <p:restoredTop sz="94660"/>
  </p:normalViewPr>
  <p:slideViewPr>
    <p:cSldViewPr>
      <p:cViewPr varScale="1">
        <p:scale>
          <a:sx n="74" d="100"/>
          <a:sy n="74" d="100"/>
        </p:scale>
        <p:origin x="166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kamal raina" userId="e827bf222706348a" providerId="LiveId" clId="{2D69733C-5A00-40C4-9826-2C856425AB80}"/>
    <pc:docChg chg="custSel modSld">
      <pc:chgData name="Aryan kamal raina" userId="e827bf222706348a" providerId="LiveId" clId="{2D69733C-5A00-40C4-9826-2C856425AB80}" dt="2026-05-17T18:46:38.799" v="7" actId="404"/>
      <pc:docMkLst>
        <pc:docMk/>
      </pc:docMkLst>
      <pc:sldChg chg="modSp mod">
        <pc:chgData name="Aryan kamal raina" userId="e827bf222706348a" providerId="LiveId" clId="{2D69733C-5A00-40C4-9826-2C856425AB80}" dt="2026-05-17T18:46:38.799" v="7" actId="404"/>
        <pc:sldMkLst>
          <pc:docMk/>
          <pc:sldMk cId="0" sldId="259"/>
        </pc:sldMkLst>
        <pc:spChg chg="mod">
          <ac:chgData name="Aryan kamal raina" userId="e827bf222706348a" providerId="LiveId" clId="{2D69733C-5A00-40C4-9826-2C856425AB80}" dt="2026-05-17T18:46:38.799" v="7" actId="404"/>
          <ac:spMkLst>
            <pc:docMk/>
            <pc:sldMk cId="0" sldId="259"/>
            <ac:spMk id="3" creationId="{6468D6F9-932A-42D5-864C-4F101645F6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73F697-B00D-4FFC-8F1C-803F38F7D8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617C8B-2146-452F-BA1A-94C836CEAF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4AAA6-767F-4839-849C-8C653382D84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C92CC-175A-4CD3-8D40-D9647643F2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48F31-881A-46B5-93F9-FC633D4FF8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EBA2D-2A9A-4682-BB3F-F42E6B897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152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4E18B-DFF3-4B0D-8276-DB13269D823A}" type="datetimeFigureOut">
              <a:rPr lang="en-US" smtClean="0"/>
              <a:pPr/>
              <a:t>5/18/2026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8BDC0-1E05-4A86-9E10-3C5AEE1881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02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earing a red shirt  Description automatically generated with low confidence">
            <a:extLst>
              <a:ext uri="{FF2B5EF4-FFF2-40B4-BE49-F238E27FC236}">
                <a16:creationId xmlns:a16="http://schemas.microsoft.com/office/drawing/2014/main" id="{C79E3F48-C719-0D96-04DC-0676BFEA26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11" y="278587"/>
            <a:ext cx="8437778" cy="6300826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E773701-A15A-67DF-7678-31E962440BBE}"/>
              </a:ext>
            </a:extLst>
          </p:cNvPr>
          <p:cNvSpPr/>
          <p:nvPr userDrawn="1"/>
        </p:nvSpPr>
        <p:spPr>
          <a:xfrm>
            <a:off x="4788024" y="1700808"/>
            <a:ext cx="2952328" cy="295232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Logo, company name  Description automatically generated">
            <a:extLst>
              <a:ext uri="{FF2B5EF4-FFF2-40B4-BE49-F238E27FC236}">
                <a16:creationId xmlns:a16="http://schemas.microsoft.com/office/drawing/2014/main" id="{A7BF1437-C25B-D446-BEE1-396D1CEE94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873" y="2407801"/>
            <a:ext cx="2494631" cy="153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8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B56BCCE-ECAE-1AA2-06F3-0F7B03D57535}"/>
              </a:ext>
            </a:extLst>
          </p:cNvPr>
          <p:cNvSpPr/>
          <p:nvPr userDrawn="1"/>
        </p:nvSpPr>
        <p:spPr>
          <a:xfrm>
            <a:off x="343800" y="279000"/>
            <a:ext cx="8456400" cy="6300000"/>
          </a:xfrm>
          <a:custGeom>
            <a:avLst/>
            <a:gdLst>
              <a:gd name="connsiteX0" fmla="*/ 145089 w 8456400"/>
              <a:gd name="connsiteY0" fmla="*/ 0 h 6300000"/>
              <a:gd name="connsiteX1" fmla="*/ 7126200 w 8456400"/>
              <a:gd name="connsiteY1" fmla="*/ 0 h 6300000"/>
              <a:gd name="connsiteX2" fmla="*/ 7126200 w 8456400"/>
              <a:gd name="connsiteY2" fmla="*/ 640048 h 6300000"/>
              <a:gd name="connsiteX3" fmla="*/ 7287152 w 8456400"/>
              <a:gd name="connsiteY3" fmla="*/ 801000 h 6300000"/>
              <a:gd name="connsiteX4" fmla="*/ 8456400 w 8456400"/>
              <a:gd name="connsiteY4" fmla="*/ 801000 h 6300000"/>
              <a:gd name="connsiteX5" fmla="*/ 8456400 w 8456400"/>
              <a:gd name="connsiteY5" fmla="*/ 6154911 h 6300000"/>
              <a:gd name="connsiteX6" fmla="*/ 8311311 w 8456400"/>
              <a:gd name="connsiteY6" fmla="*/ 6300000 h 6300000"/>
              <a:gd name="connsiteX7" fmla="*/ 145089 w 8456400"/>
              <a:gd name="connsiteY7" fmla="*/ 6300000 h 6300000"/>
              <a:gd name="connsiteX8" fmla="*/ 0 w 8456400"/>
              <a:gd name="connsiteY8" fmla="*/ 6154911 h 6300000"/>
              <a:gd name="connsiteX9" fmla="*/ 0 w 8456400"/>
              <a:gd name="connsiteY9" fmla="*/ 145089 h 6300000"/>
              <a:gd name="connsiteX10" fmla="*/ 145089 w 8456400"/>
              <a:gd name="connsiteY10" fmla="*/ 0 h 63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400" h="6300000">
                <a:moveTo>
                  <a:pt x="145089" y="0"/>
                </a:moveTo>
                <a:lnTo>
                  <a:pt x="7126200" y="0"/>
                </a:lnTo>
                <a:lnTo>
                  <a:pt x="7126200" y="640048"/>
                </a:lnTo>
                <a:cubicBezTo>
                  <a:pt x="7126200" y="728939"/>
                  <a:pt x="7198261" y="801000"/>
                  <a:pt x="7287152" y="801000"/>
                </a:cubicBezTo>
                <a:lnTo>
                  <a:pt x="8456400" y="801000"/>
                </a:lnTo>
                <a:lnTo>
                  <a:pt x="8456400" y="6154911"/>
                </a:lnTo>
                <a:cubicBezTo>
                  <a:pt x="8456400" y="6235041"/>
                  <a:pt x="8391441" y="6300000"/>
                  <a:pt x="8311311" y="6300000"/>
                </a:cubicBezTo>
                <a:lnTo>
                  <a:pt x="145089" y="6300000"/>
                </a:lnTo>
                <a:cubicBezTo>
                  <a:pt x="64959" y="6300000"/>
                  <a:pt x="0" y="6235041"/>
                  <a:pt x="0" y="6154911"/>
                </a:cubicBezTo>
                <a:lnTo>
                  <a:pt x="0" y="145089"/>
                </a:lnTo>
                <a:cubicBezTo>
                  <a:pt x="0" y="64959"/>
                  <a:pt x="64959" y="0"/>
                  <a:pt x="145089" y="0"/>
                </a:cubicBezTo>
                <a:close/>
              </a:path>
            </a:pathLst>
          </a:custGeom>
          <a:solidFill>
            <a:srgbClr val="C0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892D844-A96A-E5E6-A16B-51D130D6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186" y="1916832"/>
            <a:ext cx="6954791" cy="10060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3DBA5F-BC2F-2B2A-C853-ED5844E3E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2988" y="2924175"/>
            <a:ext cx="6769100" cy="1944688"/>
          </a:xfrm>
        </p:spPr>
        <p:txBody>
          <a:bodyPr/>
          <a:lstStyle>
            <a:lvl1pPr marL="271463" indent="-271463">
              <a:defRPr/>
            </a:lvl1pPr>
            <a:lvl2pPr marL="533400" indent="-261938">
              <a:defRPr/>
            </a:lvl2pPr>
            <a:lvl3pPr marL="806450" indent="-273050">
              <a:defRPr/>
            </a:lvl3pPr>
            <a:lvl4pPr marL="1077913" indent="-271463">
              <a:defRPr/>
            </a:lvl4pPr>
            <a:lvl5pPr marL="1349375" indent="-2714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7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003347-DEB3-4E4F-BC15-EAF0B37BF3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5" name="Picture 4" descr="A person in a suit  Description automatically generated with low confidence">
            <a:extLst>
              <a:ext uri="{FF2B5EF4-FFF2-40B4-BE49-F238E27FC236}">
                <a16:creationId xmlns:a16="http://schemas.microsoft.com/office/drawing/2014/main" id="{DFE9B065-4797-AFE0-7199-1506F7F892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17488"/>
            <a:ext cx="3572263" cy="3855728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E0326E72-3F86-8836-5001-45B3ADE2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794100"/>
            <a:ext cx="2291158" cy="597166"/>
          </a:xfrm>
        </p:spPr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E9C365-DBA6-1876-FF2B-59AB7CA7EC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6463" y="1412875"/>
            <a:ext cx="3887787" cy="4176713"/>
          </a:xfrm>
        </p:spPr>
        <p:txBody>
          <a:bodyPr/>
          <a:lstStyle>
            <a:lvl1pPr marL="271463" indent="-271463">
              <a:defRPr/>
            </a:lvl1pPr>
            <a:lvl2pPr marL="533400" indent="-261938">
              <a:defRPr/>
            </a:lvl2pPr>
            <a:lvl3pPr marL="806450" indent="-273050">
              <a:defRPr/>
            </a:lvl3pPr>
            <a:lvl4pPr marL="1077913" indent="-271463">
              <a:defRPr/>
            </a:lvl4pPr>
            <a:lvl5pPr marL="1349375" indent="-2714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35465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967972" y="692696"/>
            <a:ext cx="2163405" cy="1665257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956373" y="2564904"/>
            <a:ext cx="3288035" cy="312776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AB290A2-4333-4013-94E7-A31F4E6D7F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4" name="Picture 3" descr="A person in a suit  Description automatically generated with low confidence">
            <a:extLst>
              <a:ext uri="{FF2B5EF4-FFF2-40B4-BE49-F238E27FC236}">
                <a16:creationId xmlns:a16="http://schemas.microsoft.com/office/drawing/2014/main" id="{B77B0C04-A8B8-0B7C-6384-F9AB4D2B5E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17488"/>
            <a:ext cx="3572263" cy="3855728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AF0C7787-6622-45C7-6F40-A8B164C19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794100"/>
            <a:ext cx="2291158" cy="597166"/>
          </a:xfrm>
        </p:spPr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35681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3546" y="3429000"/>
            <a:ext cx="2520274" cy="1728192"/>
          </a:xfrm>
          <a:solidFill>
            <a:srgbClr val="C00000"/>
          </a:solidFill>
        </p:spPr>
        <p:txBody>
          <a:bodyPr anchor="ctr">
            <a:noAutofit/>
          </a:bodyPr>
          <a:lstStyle>
            <a:lvl1pPr algn="ctr"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8937" y="1700808"/>
            <a:ext cx="4869487" cy="4222706"/>
          </a:xfrm>
        </p:spPr>
        <p:txBody>
          <a:bodyPr>
            <a:normAutofit/>
          </a:bodyPr>
          <a:lstStyle>
            <a:lvl1pPr marL="271463" indent="-271463">
              <a:spcBef>
                <a:spcPts val="0"/>
              </a:spcBef>
              <a:spcAft>
                <a:spcPts val="600"/>
              </a:spcAft>
              <a:defRPr sz="1600"/>
            </a:lvl1pPr>
            <a:lvl2pPr marL="533400" indent="-261938">
              <a:spcBef>
                <a:spcPts val="0"/>
              </a:spcBef>
              <a:spcAft>
                <a:spcPts val="600"/>
              </a:spcAft>
              <a:defRPr sz="1600"/>
            </a:lvl2pPr>
            <a:lvl3pPr marL="806450" indent="-271463" defTabSz="896938">
              <a:spcBef>
                <a:spcPts val="0"/>
              </a:spcBef>
              <a:spcAft>
                <a:spcPts val="600"/>
              </a:spcAft>
              <a:defRPr sz="1600"/>
            </a:lvl3pPr>
            <a:lvl4pPr marL="1077913" indent="-271463">
              <a:spcBef>
                <a:spcPts val="0"/>
              </a:spcBef>
              <a:spcAft>
                <a:spcPts val="600"/>
              </a:spcAft>
              <a:defRPr sz="1600"/>
            </a:lvl4pPr>
            <a:lvl5pPr marL="1349375" indent="-271463">
              <a:spcBef>
                <a:spcPts val="0"/>
              </a:spcBef>
              <a:spcAft>
                <a:spcPts val="600"/>
              </a:spcAft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00934" y="1167194"/>
            <a:ext cx="4896543" cy="461606"/>
          </a:xfr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CC1E235-1468-4519-B252-BA9630AB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C0A60896-8D1F-66D1-31F6-CD1827E1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8E0558DC-4300-3B64-199E-130ABF9D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A879D-FFB8-D90F-2FC7-6506793D98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80"/>
          <a:stretch/>
        </p:blipFill>
        <p:spPr>
          <a:xfrm>
            <a:off x="899598" y="876580"/>
            <a:ext cx="2520274" cy="25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D9897D07-2FA0-D788-8F76-C6B739607E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2000" y="1368000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29F3FF2-B64D-6143-6959-A69888CB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75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AC8005C-423E-EAB2-C5DE-9C972184773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793487" y="1368000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368C03C-490E-800B-A128-FDBD5AB1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58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A1EA99D-DB6F-EA33-CC0C-CBF70806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3DB7C532-B1B1-BA79-42E9-1B5C67F7797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92000" y="1368000"/>
            <a:ext cx="7560000" cy="468052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23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3DDB060-2610-5841-1D25-87F539A50E9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21480" y="1628801"/>
            <a:ext cx="4570600" cy="288061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2654A4E3-D363-7FBC-3E34-E6C70474E55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01999" y="1432415"/>
            <a:ext cx="3058433" cy="451686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4C90E8E-678A-5DCC-4FFB-78A08B1B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1" name="SmartArt Placeholder 10">
            <a:extLst>
              <a:ext uri="{FF2B5EF4-FFF2-40B4-BE49-F238E27FC236}">
                <a16:creationId xmlns:a16="http://schemas.microsoft.com/office/drawing/2014/main" id="{9F756862-B253-C40E-D1D8-16BF457A748F}"/>
              </a:ext>
            </a:extLst>
          </p:cNvPr>
          <p:cNvSpPr>
            <a:spLocks noGrp="1"/>
          </p:cNvSpPr>
          <p:nvPr>
            <p:ph type="dgm" sz="quarter" idx="19"/>
          </p:nvPr>
        </p:nvSpPr>
        <p:spPr>
          <a:xfrm>
            <a:off x="720725" y="4581128"/>
            <a:ext cx="4572000" cy="181882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2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57C0C-A674-4593-9898-B3F61DD0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AC432B98-D902-D2C0-FE35-44398FF7C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39952" y="1368000"/>
            <a:ext cx="432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6F7A65D-8203-53FF-3336-E44438A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4" y="1052736"/>
            <a:ext cx="2880000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E7294B23-4960-A084-E4E4-AE6215553940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360000" y="288000"/>
            <a:ext cx="3527425" cy="6264000"/>
          </a:xfrm>
          <a:prstGeom prst="roundRect">
            <a:avLst>
              <a:gd name="adj" fmla="val 4066"/>
            </a:avLst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2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4A861C-DF98-43A5-B1C1-2A6D23ED8CCA}"/>
              </a:ext>
            </a:extLst>
          </p:cNvPr>
          <p:cNvSpPr/>
          <p:nvPr/>
        </p:nvSpPr>
        <p:spPr>
          <a:xfrm>
            <a:off x="4429708" y="1310243"/>
            <a:ext cx="3958716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64FAB1-E162-4946-A0A6-2FD42F5E26FB}"/>
              </a:ext>
            </a:extLst>
          </p:cNvPr>
          <p:cNvSpPr/>
          <p:nvPr/>
        </p:nvSpPr>
        <p:spPr>
          <a:xfrm>
            <a:off x="4361113" y="1310243"/>
            <a:ext cx="68595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D97D77-6FC8-4F77-8903-8537023EF2A0}"/>
              </a:ext>
            </a:extLst>
          </p:cNvPr>
          <p:cNvSpPr/>
          <p:nvPr/>
        </p:nvSpPr>
        <p:spPr>
          <a:xfrm>
            <a:off x="4203452" y="1310243"/>
            <a:ext cx="32000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61CF6-9347-4371-8E8D-8C04537AD494}"/>
              </a:ext>
            </a:extLst>
          </p:cNvPr>
          <p:cNvSpPr/>
          <p:nvPr/>
        </p:nvSpPr>
        <p:spPr>
          <a:xfrm>
            <a:off x="985245" y="1310243"/>
            <a:ext cx="68595" cy="4351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59216-CB7D-4FBB-9ED6-30B330CD9D7F}"/>
              </a:ext>
            </a:extLst>
          </p:cNvPr>
          <p:cNvSpPr/>
          <p:nvPr/>
        </p:nvSpPr>
        <p:spPr>
          <a:xfrm>
            <a:off x="827584" y="1310243"/>
            <a:ext cx="32000" cy="4351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359" y="1483287"/>
            <a:ext cx="3653617" cy="3960440"/>
          </a:xfrm>
        </p:spPr>
        <p:txBody>
          <a:bodyPr/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69670C1-3B0B-4D63-86C4-95153FAA9C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CC39A7F5-AC83-ED16-B17B-495EFF0D96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3489" y="1310243"/>
            <a:ext cx="3409964" cy="435100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129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08A2BF8-991E-44B6-99C0-EF08D725DE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42404D5-5569-61A1-2F02-23866E30A726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755650" y="620688"/>
            <a:ext cx="6408638" cy="3529013"/>
          </a:xfrm>
        </p:spPr>
        <p:txBody>
          <a:bodyPr/>
          <a:lstStyle/>
          <a:p>
            <a:endParaRPr lang="en-IN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85188C3B-71EE-49B5-21DA-5BA676543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4221088"/>
            <a:ext cx="3121744" cy="20162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DE339DD3-E073-C000-FA43-C65C1D19F3D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51920" y="4299053"/>
            <a:ext cx="4680520" cy="179424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674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866904-A1F5-5780-6621-6D0E6C225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3361C3-E123-63FE-D5BA-60E835C63A30}"/>
              </a:ext>
            </a:extLst>
          </p:cNvPr>
          <p:cNvGrpSpPr/>
          <p:nvPr userDrawn="1"/>
        </p:nvGrpSpPr>
        <p:grpSpPr>
          <a:xfrm>
            <a:off x="816586" y="768299"/>
            <a:ext cx="5471409" cy="908413"/>
            <a:chOff x="399228" y="768299"/>
            <a:chExt cx="5471409" cy="908413"/>
          </a:xfrm>
        </p:grpSpPr>
        <p:grpSp>
          <p:nvGrpSpPr>
            <p:cNvPr id="5" name="Google Shape;8143;p50">
              <a:extLst>
                <a:ext uri="{FF2B5EF4-FFF2-40B4-BE49-F238E27FC236}">
                  <a16:creationId xmlns:a16="http://schemas.microsoft.com/office/drawing/2014/main" id="{7AA405A6-EBCF-67B4-42F6-559B0A9E1480}"/>
                </a:ext>
              </a:extLst>
            </p:cNvPr>
            <p:cNvGrpSpPr>
              <a:grpSpLocks/>
            </p:cNvGrpSpPr>
            <p:nvPr/>
          </p:nvGrpSpPr>
          <p:grpSpPr>
            <a:xfrm rot="10800000" flipH="1">
              <a:off x="399228" y="768299"/>
              <a:ext cx="5471409" cy="908413"/>
              <a:chOff x="3215450" y="3739048"/>
              <a:chExt cx="673556" cy="111830"/>
            </a:xfrm>
          </p:grpSpPr>
          <p:sp>
            <p:nvSpPr>
              <p:cNvPr id="7" name="Google Shape;8144;p50">
                <a:extLst>
                  <a:ext uri="{FF2B5EF4-FFF2-40B4-BE49-F238E27FC236}">
                    <a16:creationId xmlns:a16="http://schemas.microsoft.com/office/drawing/2014/main" id="{2BBC16BA-E9A4-1095-597C-166CA53664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15450" y="3739048"/>
                <a:ext cx="673556" cy="111830"/>
              </a:xfrm>
              <a:custGeom>
                <a:avLst/>
                <a:gdLst>
                  <a:gd name="connsiteX0" fmla="*/ 1134 w 12973"/>
                  <a:gd name="connsiteY0" fmla="*/ 0 h 9996"/>
                  <a:gd name="connsiteX1" fmla="*/ 286 w 12973"/>
                  <a:gd name="connsiteY1" fmla="*/ 8074 h 9996"/>
                  <a:gd name="connsiteX2" fmla="*/ 331 w 12973"/>
                  <a:gd name="connsiteY2" fmla="*/ 8284 h 9996"/>
                  <a:gd name="connsiteX3" fmla="*/ 1285 w 12973"/>
                  <a:gd name="connsiteY3" fmla="*/ 9996 h 9996"/>
                  <a:gd name="connsiteX4" fmla="*/ 2078 w 12973"/>
                  <a:gd name="connsiteY4" fmla="*/ 8881 h 9996"/>
                  <a:gd name="connsiteX5" fmla="*/ 12934 w 12973"/>
                  <a:gd name="connsiteY5" fmla="*/ 8881 h 9996"/>
                  <a:gd name="connsiteX6" fmla="*/ 8497 w 12973"/>
                  <a:gd name="connsiteY6" fmla="*/ 6237 h 9996"/>
                  <a:gd name="connsiteX7" fmla="*/ 9460 w 12973"/>
                  <a:gd name="connsiteY7" fmla="*/ 2047 h 9996"/>
                  <a:gd name="connsiteX8" fmla="*/ 9266 w 12973"/>
                  <a:gd name="connsiteY8" fmla="*/ 16 h 9996"/>
                  <a:gd name="connsiteX9" fmla="*/ 1134 w 12973"/>
                  <a:gd name="connsiteY9" fmla="*/ 0 h 9996"/>
                  <a:gd name="connsiteX0" fmla="*/ 874 w 10648"/>
                  <a:gd name="connsiteY0" fmla="*/ 0 h 10000"/>
                  <a:gd name="connsiteX1" fmla="*/ 220 w 10648"/>
                  <a:gd name="connsiteY1" fmla="*/ 8077 h 10000"/>
                  <a:gd name="connsiteX2" fmla="*/ 255 w 10648"/>
                  <a:gd name="connsiteY2" fmla="*/ 8287 h 10000"/>
                  <a:gd name="connsiteX3" fmla="*/ 991 w 10648"/>
                  <a:gd name="connsiteY3" fmla="*/ 10000 h 10000"/>
                  <a:gd name="connsiteX4" fmla="*/ 1602 w 10648"/>
                  <a:gd name="connsiteY4" fmla="*/ 8885 h 10000"/>
                  <a:gd name="connsiteX5" fmla="*/ 9970 w 10648"/>
                  <a:gd name="connsiteY5" fmla="*/ 8885 h 10000"/>
                  <a:gd name="connsiteX6" fmla="*/ 10648 w 10648"/>
                  <a:gd name="connsiteY6" fmla="*/ 6737 h 10000"/>
                  <a:gd name="connsiteX7" fmla="*/ 7292 w 10648"/>
                  <a:gd name="connsiteY7" fmla="*/ 2048 h 10000"/>
                  <a:gd name="connsiteX8" fmla="*/ 7143 w 10648"/>
                  <a:gd name="connsiteY8" fmla="*/ 16 h 10000"/>
                  <a:gd name="connsiteX9" fmla="*/ 874 w 10648"/>
                  <a:gd name="connsiteY9" fmla="*/ 0 h 10000"/>
                  <a:gd name="connsiteX0" fmla="*/ 874 w 11603"/>
                  <a:gd name="connsiteY0" fmla="*/ 0 h 10000"/>
                  <a:gd name="connsiteX1" fmla="*/ 220 w 11603"/>
                  <a:gd name="connsiteY1" fmla="*/ 8077 h 10000"/>
                  <a:gd name="connsiteX2" fmla="*/ 255 w 11603"/>
                  <a:gd name="connsiteY2" fmla="*/ 8287 h 10000"/>
                  <a:gd name="connsiteX3" fmla="*/ 991 w 11603"/>
                  <a:gd name="connsiteY3" fmla="*/ 10000 h 10000"/>
                  <a:gd name="connsiteX4" fmla="*/ 1602 w 11603"/>
                  <a:gd name="connsiteY4" fmla="*/ 8885 h 10000"/>
                  <a:gd name="connsiteX5" fmla="*/ 9970 w 11603"/>
                  <a:gd name="connsiteY5" fmla="*/ 8885 h 10000"/>
                  <a:gd name="connsiteX6" fmla="*/ 10648 w 11603"/>
                  <a:gd name="connsiteY6" fmla="*/ 6737 h 10000"/>
                  <a:gd name="connsiteX7" fmla="*/ 11601 w 11603"/>
                  <a:gd name="connsiteY7" fmla="*/ 1550 h 10000"/>
                  <a:gd name="connsiteX8" fmla="*/ 7143 w 11603"/>
                  <a:gd name="connsiteY8" fmla="*/ 16 h 10000"/>
                  <a:gd name="connsiteX9" fmla="*/ 874 w 11603"/>
                  <a:gd name="connsiteY9" fmla="*/ 0 h 10000"/>
                  <a:gd name="connsiteX0" fmla="*/ 874 w 11663"/>
                  <a:gd name="connsiteY0" fmla="*/ 0 h 10000"/>
                  <a:gd name="connsiteX1" fmla="*/ 220 w 11663"/>
                  <a:gd name="connsiteY1" fmla="*/ 8077 h 10000"/>
                  <a:gd name="connsiteX2" fmla="*/ 255 w 11663"/>
                  <a:gd name="connsiteY2" fmla="*/ 8287 h 10000"/>
                  <a:gd name="connsiteX3" fmla="*/ 991 w 11663"/>
                  <a:gd name="connsiteY3" fmla="*/ 10000 h 10000"/>
                  <a:gd name="connsiteX4" fmla="*/ 1602 w 11663"/>
                  <a:gd name="connsiteY4" fmla="*/ 8885 h 10000"/>
                  <a:gd name="connsiteX5" fmla="*/ 9970 w 11663"/>
                  <a:gd name="connsiteY5" fmla="*/ 8885 h 10000"/>
                  <a:gd name="connsiteX6" fmla="*/ 10648 w 11663"/>
                  <a:gd name="connsiteY6" fmla="*/ 6737 h 10000"/>
                  <a:gd name="connsiteX7" fmla="*/ 11601 w 11663"/>
                  <a:gd name="connsiteY7" fmla="*/ 1550 h 10000"/>
                  <a:gd name="connsiteX8" fmla="*/ 11452 w 11663"/>
                  <a:gd name="connsiteY8" fmla="*/ 16 h 10000"/>
                  <a:gd name="connsiteX9" fmla="*/ 874 w 11663"/>
                  <a:gd name="connsiteY9" fmla="*/ 0 h 10000"/>
                  <a:gd name="connsiteX0" fmla="*/ 874 w 11663"/>
                  <a:gd name="connsiteY0" fmla="*/ 0 h 10000"/>
                  <a:gd name="connsiteX1" fmla="*/ 220 w 11663"/>
                  <a:gd name="connsiteY1" fmla="*/ 8077 h 10000"/>
                  <a:gd name="connsiteX2" fmla="*/ 255 w 11663"/>
                  <a:gd name="connsiteY2" fmla="*/ 8287 h 10000"/>
                  <a:gd name="connsiteX3" fmla="*/ 991 w 11663"/>
                  <a:gd name="connsiteY3" fmla="*/ 10000 h 10000"/>
                  <a:gd name="connsiteX4" fmla="*/ 1602 w 11663"/>
                  <a:gd name="connsiteY4" fmla="*/ 8885 h 10000"/>
                  <a:gd name="connsiteX5" fmla="*/ 9759 w 11663"/>
                  <a:gd name="connsiteY5" fmla="*/ 8885 h 10000"/>
                  <a:gd name="connsiteX6" fmla="*/ 10648 w 11663"/>
                  <a:gd name="connsiteY6" fmla="*/ 6737 h 10000"/>
                  <a:gd name="connsiteX7" fmla="*/ 11601 w 11663"/>
                  <a:gd name="connsiteY7" fmla="*/ 1550 h 10000"/>
                  <a:gd name="connsiteX8" fmla="*/ 11452 w 11663"/>
                  <a:gd name="connsiteY8" fmla="*/ 16 h 10000"/>
                  <a:gd name="connsiteX9" fmla="*/ 874 w 11663"/>
                  <a:gd name="connsiteY9" fmla="*/ 0 h 10000"/>
                  <a:gd name="connsiteX0" fmla="*/ 874 w 11688"/>
                  <a:gd name="connsiteY0" fmla="*/ 0 h 10000"/>
                  <a:gd name="connsiteX1" fmla="*/ 220 w 11688"/>
                  <a:gd name="connsiteY1" fmla="*/ 8077 h 10000"/>
                  <a:gd name="connsiteX2" fmla="*/ 255 w 11688"/>
                  <a:gd name="connsiteY2" fmla="*/ 8287 h 10000"/>
                  <a:gd name="connsiteX3" fmla="*/ 991 w 11688"/>
                  <a:gd name="connsiteY3" fmla="*/ 10000 h 10000"/>
                  <a:gd name="connsiteX4" fmla="*/ 1602 w 11688"/>
                  <a:gd name="connsiteY4" fmla="*/ 8885 h 10000"/>
                  <a:gd name="connsiteX5" fmla="*/ 9759 w 11688"/>
                  <a:gd name="connsiteY5" fmla="*/ 8885 h 10000"/>
                  <a:gd name="connsiteX6" fmla="*/ 10648 w 11688"/>
                  <a:gd name="connsiteY6" fmla="*/ 6737 h 10000"/>
                  <a:gd name="connsiteX7" fmla="*/ 11601 w 11688"/>
                  <a:gd name="connsiteY7" fmla="*/ 1550 h 10000"/>
                  <a:gd name="connsiteX8" fmla="*/ 11529 w 11688"/>
                  <a:gd name="connsiteY8" fmla="*/ 16 h 10000"/>
                  <a:gd name="connsiteX9" fmla="*/ 874 w 11688"/>
                  <a:gd name="connsiteY9" fmla="*/ 0 h 10000"/>
                  <a:gd name="connsiteX0" fmla="*/ 874 w 11634"/>
                  <a:gd name="connsiteY0" fmla="*/ 0 h 10000"/>
                  <a:gd name="connsiteX1" fmla="*/ 220 w 11634"/>
                  <a:gd name="connsiteY1" fmla="*/ 8077 h 10000"/>
                  <a:gd name="connsiteX2" fmla="*/ 255 w 11634"/>
                  <a:gd name="connsiteY2" fmla="*/ 8287 h 10000"/>
                  <a:gd name="connsiteX3" fmla="*/ 991 w 11634"/>
                  <a:gd name="connsiteY3" fmla="*/ 10000 h 10000"/>
                  <a:gd name="connsiteX4" fmla="*/ 1602 w 11634"/>
                  <a:gd name="connsiteY4" fmla="*/ 8885 h 10000"/>
                  <a:gd name="connsiteX5" fmla="*/ 9759 w 11634"/>
                  <a:gd name="connsiteY5" fmla="*/ 8885 h 10000"/>
                  <a:gd name="connsiteX6" fmla="*/ 10648 w 11634"/>
                  <a:gd name="connsiteY6" fmla="*/ 6737 h 10000"/>
                  <a:gd name="connsiteX7" fmla="*/ 11486 w 11634"/>
                  <a:gd name="connsiteY7" fmla="*/ 2148 h 10000"/>
                  <a:gd name="connsiteX8" fmla="*/ 11529 w 11634"/>
                  <a:gd name="connsiteY8" fmla="*/ 16 h 10000"/>
                  <a:gd name="connsiteX9" fmla="*/ 874 w 11634"/>
                  <a:gd name="connsiteY9" fmla="*/ 0 h 10000"/>
                  <a:gd name="connsiteX0" fmla="*/ 874 w 11573"/>
                  <a:gd name="connsiteY0" fmla="*/ 0 h 10000"/>
                  <a:gd name="connsiteX1" fmla="*/ 220 w 11573"/>
                  <a:gd name="connsiteY1" fmla="*/ 8077 h 10000"/>
                  <a:gd name="connsiteX2" fmla="*/ 255 w 11573"/>
                  <a:gd name="connsiteY2" fmla="*/ 8287 h 10000"/>
                  <a:gd name="connsiteX3" fmla="*/ 991 w 11573"/>
                  <a:gd name="connsiteY3" fmla="*/ 10000 h 10000"/>
                  <a:gd name="connsiteX4" fmla="*/ 1602 w 11573"/>
                  <a:gd name="connsiteY4" fmla="*/ 8885 h 10000"/>
                  <a:gd name="connsiteX5" fmla="*/ 9759 w 11573"/>
                  <a:gd name="connsiteY5" fmla="*/ 8885 h 10000"/>
                  <a:gd name="connsiteX6" fmla="*/ 10648 w 11573"/>
                  <a:gd name="connsiteY6" fmla="*/ 6737 h 10000"/>
                  <a:gd name="connsiteX7" fmla="*/ 11486 w 11573"/>
                  <a:gd name="connsiteY7" fmla="*/ 2148 h 10000"/>
                  <a:gd name="connsiteX8" fmla="*/ 11414 w 11573"/>
                  <a:gd name="connsiteY8" fmla="*/ 16 h 10000"/>
                  <a:gd name="connsiteX9" fmla="*/ 874 w 11573"/>
                  <a:gd name="connsiteY9" fmla="*/ 0 h 10000"/>
                  <a:gd name="connsiteX0" fmla="*/ 874 w 11526"/>
                  <a:gd name="connsiteY0" fmla="*/ 0 h 10000"/>
                  <a:gd name="connsiteX1" fmla="*/ 220 w 11526"/>
                  <a:gd name="connsiteY1" fmla="*/ 8077 h 10000"/>
                  <a:gd name="connsiteX2" fmla="*/ 255 w 11526"/>
                  <a:gd name="connsiteY2" fmla="*/ 8287 h 10000"/>
                  <a:gd name="connsiteX3" fmla="*/ 991 w 11526"/>
                  <a:gd name="connsiteY3" fmla="*/ 10000 h 10000"/>
                  <a:gd name="connsiteX4" fmla="*/ 1602 w 11526"/>
                  <a:gd name="connsiteY4" fmla="*/ 8885 h 10000"/>
                  <a:gd name="connsiteX5" fmla="*/ 9759 w 11526"/>
                  <a:gd name="connsiteY5" fmla="*/ 8885 h 10000"/>
                  <a:gd name="connsiteX6" fmla="*/ 10648 w 11526"/>
                  <a:gd name="connsiteY6" fmla="*/ 6737 h 10000"/>
                  <a:gd name="connsiteX7" fmla="*/ 11390 w 11526"/>
                  <a:gd name="connsiteY7" fmla="*/ 2746 h 10000"/>
                  <a:gd name="connsiteX8" fmla="*/ 11414 w 11526"/>
                  <a:gd name="connsiteY8" fmla="*/ 16 h 10000"/>
                  <a:gd name="connsiteX9" fmla="*/ 874 w 11526"/>
                  <a:gd name="connsiteY9" fmla="*/ 0 h 10000"/>
                  <a:gd name="connsiteX0" fmla="*/ 874 w 11573"/>
                  <a:gd name="connsiteY0" fmla="*/ 0 h 10000"/>
                  <a:gd name="connsiteX1" fmla="*/ 220 w 11573"/>
                  <a:gd name="connsiteY1" fmla="*/ 8077 h 10000"/>
                  <a:gd name="connsiteX2" fmla="*/ 255 w 11573"/>
                  <a:gd name="connsiteY2" fmla="*/ 8287 h 10000"/>
                  <a:gd name="connsiteX3" fmla="*/ 991 w 11573"/>
                  <a:gd name="connsiteY3" fmla="*/ 10000 h 10000"/>
                  <a:gd name="connsiteX4" fmla="*/ 1602 w 11573"/>
                  <a:gd name="connsiteY4" fmla="*/ 8885 h 10000"/>
                  <a:gd name="connsiteX5" fmla="*/ 9759 w 11573"/>
                  <a:gd name="connsiteY5" fmla="*/ 8885 h 10000"/>
                  <a:gd name="connsiteX6" fmla="*/ 10648 w 11573"/>
                  <a:gd name="connsiteY6" fmla="*/ 6737 h 10000"/>
                  <a:gd name="connsiteX7" fmla="*/ 11486 w 11573"/>
                  <a:gd name="connsiteY7" fmla="*/ 2248 h 10000"/>
                  <a:gd name="connsiteX8" fmla="*/ 11414 w 11573"/>
                  <a:gd name="connsiteY8" fmla="*/ 16 h 10000"/>
                  <a:gd name="connsiteX9" fmla="*/ 874 w 11573"/>
                  <a:gd name="connsiteY9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573" h="10000" extrusionOk="0">
                    <a:moveTo>
                      <a:pt x="874" y="0"/>
                    </a:moveTo>
                    <a:cubicBezTo>
                      <a:pt x="132" y="0"/>
                      <a:pt x="-281" y="4997"/>
                      <a:pt x="220" y="8077"/>
                    </a:cubicBezTo>
                    <a:cubicBezTo>
                      <a:pt x="232" y="8142"/>
                      <a:pt x="244" y="8207"/>
                      <a:pt x="255" y="8287"/>
                    </a:cubicBezTo>
                    <a:cubicBezTo>
                      <a:pt x="456" y="9419"/>
                      <a:pt x="722" y="10000"/>
                      <a:pt x="991" y="10000"/>
                    </a:cubicBezTo>
                    <a:cubicBezTo>
                      <a:pt x="1204" y="10000"/>
                      <a:pt x="1418" y="9633"/>
                      <a:pt x="1602" y="8885"/>
                    </a:cubicBezTo>
                    <a:lnTo>
                      <a:pt x="9759" y="8885"/>
                    </a:lnTo>
                    <a:cubicBezTo>
                      <a:pt x="10185" y="8885"/>
                      <a:pt x="10344" y="8430"/>
                      <a:pt x="10648" y="6737"/>
                    </a:cubicBezTo>
                    <a:lnTo>
                      <a:pt x="11486" y="2248"/>
                    </a:lnTo>
                    <a:cubicBezTo>
                      <a:pt x="11620" y="1506"/>
                      <a:pt x="11603" y="16"/>
                      <a:pt x="11414" y="16"/>
                    </a:cubicBezTo>
                    <a:lnTo>
                      <a:pt x="87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8145;p50">
                <a:extLst>
                  <a:ext uri="{FF2B5EF4-FFF2-40B4-BE49-F238E27FC236}">
                    <a16:creationId xmlns:a16="http://schemas.microsoft.com/office/drawing/2014/main" id="{00645271-0C61-A0A1-1ED2-5BF203ED89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19950" y="3746666"/>
                <a:ext cx="105477" cy="95322"/>
              </a:xfrm>
              <a:custGeom>
                <a:avLst/>
                <a:gdLst/>
                <a:ahLst/>
                <a:cxnLst/>
                <a:rect l="l" t="t" r="r" b="b"/>
                <a:pathLst>
                  <a:path w="3355" h="3032" extrusionOk="0">
                    <a:moveTo>
                      <a:pt x="1681" y="1"/>
                    </a:moveTo>
                    <a:cubicBezTo>
                      <a:pt x="1553" y="1"/>
                      <a:pt x="1422" y="17"/>
                      <a:pt x="1292" y="52"/>
                    </a:cubicBezTo>
                    <a:cubicBezTo>
                      <a:pt x="484" y="261"/>
                      <a:pt x="0" y="1091"/>
                      <a:pt x="210" y="1898"/>
                    </a:cubicBezTo>
                    <a:cubicBezTo>
                      <a:pt x="385" y="2577"/>
                      <a:pt x="999" y="3032"/>
                      <a:pt x="1669" y="3032"/>
                    </a:cubicBezTo>
                    <a:cubicBezTo>
                      <a:pt x="1797" y="3032"/>
                      <a:pt x="1927" y="3015"/>
                      <a:pt x="2056" y="2980"/>
                    </a:cubicBezTo>
                    <a:cubicBezTo>
                      <a:pt x="2871" y="2771"/>
                      <a:pt x="3354" y="1942"/>
                      <a:pt x="3145" y="1134"/>
                    </a:cubicBezTo>
                    <a:cubicBezTo>
                      <a:pt x="2963" y="456"/>
                      <a:pt x="2354" y="1"/>
                      <a:pt x="1681" y="1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pic>
          <p:nvPicPr>
            <p:cNvPr id="6" name="Graphic 5" descr="Presentation with checklist with solid fill">
              <a:extLst>
                <a:ext uri="{FF2B5EF4-FFF2-40B4-BE49-F238E27FC236}">
                  <a16:creationId xmlns:a16="http://schemas.microsoft.com/office/drawing/2014/main" id="{BD96F00B-F958-8EE2-58C1-5616A4F8CBF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6763" y="904009"/>
              <a:ext cx="690127" cy="690127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C27A545-65B1-1EC7-801C-DEDC3F54B8F9}"/>
              </a:ext>
            </a:extLst>
          </p:cNvPr>
          <p:cNvSpPr/>
          <p:nvPr userDrawn="1"/>
        </p:nvSpPr>
        <p:spPr>
          <a:xfrm>
            <a:off x="802332" y="1484784"/>
            <a:ext cx="7658100" cy="3905250"/>
          </a:xfrm>
          <a:custGeom>
            <a:avLst/>
            <a:gdLst>
              <a:gd name="connsiteX0" fmla="*/ 0 w 7658100"/>
              <a:gd name="connsiteY0" fmla="*/ 152400 h 3905250"/>
              <a:gd name="connsiteX1" fmla="*/ 0 w 7658100"/>
              <a:gd name="connsiteY1" fmla="*/ 3905250 h 3905250"/>
              <a:gd name="connsiteX2" fmla="*/ 7658100 w 7658100"/>
              <a:gd name="connsiteY2" fmla="*/ 3905250 h 3905250"/>
              <a:gd name="connsiteX3" fmla="*/ 7658100 w 7658100"/>
              <a:gd name="connsiteY3" fmla="*/ 0 h 3905250"/>
              <a:gd name="connsiteX4" fmla="*/ 3667125 w 7658100"/>
              <a:gd name="connsiteY4" fmla="*/ 0 h 3905250"/>
              <a:gd name="connsiteX0" fmla="*/ 0 w 7658100"/>
              <a:gd name="connsiteY0" fmla="*/ 152400 h 3905250"/>
              <a:gd name="connsiteX1" fmla="*/ 0 w 7658100"/>
              <a:gd name="connsiteY1" fmla="*/ 3905250 h 3905250"/>
              <a:gd name="connsiteX2" fmla="*/ 7658100 w 7658100"/>
              <a:gd name="connsiteY2" fmla="*/ 3905250 h 3905250"/>
              <a:gd name="connsiteX3" fmla="*/ 7658100 w 7658100"/>
              <a:gd name="connsiteY3" fmla="*/ 0 h 3905250"/>
              <a:gd name="connsiteX4" fmla="*/ 5722262 w 7658100"/>
              <a:gd name="connsiteY4" fmla="*/ 0 h 390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8100" h="3905250">
                <a:moveTo>
                  <a:pt x="0" y="152400"/>
                </a:moveTo>
                <a:lnTo>
                  <a:pt x="0" y="3905250"/>
                </a:lnTo>
                <a:lnTo>
                  <a:pt x="7658100" y="3905250"/>
                </a:lnTo>
                <a:lnTo>
                  <a:pt x="7658100" y="0"/>
                </a:lnTo>
                <a:lnTo>
                  <a:pt x="5722262" y="0"/>
                </a:lnTo>
              </a:path>
            </a:pathLst>
          </a:custGeom>
          <a:noFill/>
          <a:ln>
            <a:solidFill>
              <a:srgbClr val="D39F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17884-E17D-FC61-4BD2-4F27E796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269" y="922363"/>
            <a:ext cx="4553726" cy="7064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IN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>
                <a:latin typeface="+mj-lt"/>
                <a:cs typeface="Times New Roman" panose="02020603050405020304" pitchFamily="18" charset="0"/>
              </a:rPr>
              <a:t>OBJECTIVES </a:t>
            </a:r>
            <a:endParaRPr lang="en-IN" dirty="0"/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BF32C630-FEFF-BDA8-1BA9-92413C789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448033" y="1949924"/>
            <a:ext cx="6247934" cy="351615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646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5781B7-8C29-2C7A-FCFB-222283099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B88B6F-D6E8-14C8-F15C-827E06A5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44" y="332656"/>
            <a:ext cx="6954791" cy="706437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84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5781B7-8C29-2C7A-FCFB-222283099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E6DDB958-F26C-79B3-584C-436D46D63CF5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415637" y="396219"/>
            <a:ext cx="8312727" cy="540904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748329C8-EF0C-8A99-5CD7-4566AEE6A01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94BD7CC6-8900-E2F6-CADF-1D39EBA245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732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nline Image Placeholder 16">
            <a:extLst>
              <a:ext uri="{FF2B5EF4-FFF2-40B4-BE49-F238E27FC236}">
                <a16:creationId xmlns:a16="http://schemas.microsoft.com/office/drawing/2014/main" id="{8CE4FDBB-7441-412E-4AB1-A4CE1DBC8DC3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404589" y="327570"/>
            <a:ext cx="7020988" cy="2533277"/>
          </a:xfrm>
          <a:prstGeom prst="roundRect">
            <a:avLst>
              <a:gd name="adj" fmla="val 5231"/>
            </a:avLst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722313" y="4069163"/>
            <a:ext cx="7772400" cy="181461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96953"/>
            <a:ext cx="7772400" cy="936104"/>
          </a:xfrm>
        </p:spPr>
        <p:txBody>
          <a:bodyPr anchor="b">
            <a:normAutofit/>
          </a:bodyPr>
          <a:lstStyle>
            <a:lvl1pPr algn="l">
              <a:defRPr sz="2800" b="1" cap="all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A9720A-719A-4966-B2FF-6F0CD092D2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C425A23-397F-267A-7D08-9EE0FCE4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F18B7A4-073E-718B-B86E-C0202DF3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513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ctr"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11E31-38DC-4F5D-BD24-1ABD59E9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30E40965-1BC6-663C-E865-D152E866D6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488" y="280287"/>
            <a:ext cx="7557025" cy="451686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67A23D82-8F04-EB2D-9C7E-C97F1A48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948D706-DBC6-9153-6EB2-B0916827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296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6885903" cy="706090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Content Placeholder 17"/>
          <p:cNvSpPr>
            <a:spLocks noGrp="1"/>
          </p:cNvSpPr>
          <p:nvPr>
            <p:ph sz="quarter" idx="15"/>
          </p:nvPr>
        </p:nvSpPr>
        <p:spPr>
          <a:xfrm>
            <a:off x="4644008" y="1186004"/>
            <a:ext cx="3960813" cy="4682984"/>
          </a:xfrm>
        </p:spPr>
        <p:txBody>
          <a:bodyPr/>
          <a:lstStyle>
            <a:lvl1pPr marL="271463" indent="-271463">
              <a:spcBef>
                <a:spcPts val="0"/>
              </a:spcBef>
              <a:spcAft>
                <a:spcPts val="600"/>
              </a:spcAft>
              <a:defRPr/>
            </a:lvl1pPr>
            <a:lvl2pPr marL="533400" indent="-261938">
              <a:spcBef>
                <a:spcPts val="0"/>
              </a:spcBef>
              <a:spcAft>
                <a:spcPts val="600"/>
              </a:spcAft>
              <a:defRPr/>
            </a:lvl2pPr>
            <a:lvl3pPr marL="806450" indent="-273050">
              <a:spcBef>
                <a:spcPts val="0"/>
              </a:spcBef>
              <a:spcAft>
                <a:spcPts val="600"/>
              </a:spcAft>
              <a:defRPr/>
            </a:lvl3pPr>
            <a:lvl4pPr marL="1077913" indent="-271463">
              <a:spcBef>
                <a:spcPts val="0"/>
              </a:spcBef>
              <a:spcAft>
                <a:spcPts val="600"/>
              </a:spcAft>
              <a:defRPr/>
            </a:lvl4pPr>
            <a:lvl5pPr marL="1349375" indent="-271463"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4" name="Content Placeholder 17"/>
          <p:cNvSpPr>
            <a:spLocks noGrp="1"/>
          </p:cNvSpPr>
          <p:nvPr>
            <p:ph sz="quarter" idx="13"/>
          </p:nvPr>
        </p:nvSpPr>
        <p:spPr>
          <a:xfrm>
            <a:off x="539179" y="1186004"/>
            <a:ext cx="3960813" cy="46829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849B33B-081C-439F-9F1A-97E4D57D0A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2FAC7B49-BB48-AA48-5FA8-8D0FAE46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DD3D4932-B24D-52C2-A85B-5CFDA803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695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AA5DA8-80C3-4747-960E-0782503BD404}"/>
              </a:ext>
            </a:extLst>
          </p:cNvPr>
          <p:cNvSpPr/>
          <p:nvPr/>
        </p:nvSpPr>
        <p:spPr>
          <a:xfrm>
            <a:off x="323528" y="260737"/>
            <a:ext cx="7146482" cy="71438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22400" y="260648"/>
            <a:ext cx="6885903" cy="7060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4" name="Content Placeholder 17"/>
          <p:cNvSpPr>
            <a:spLocks noGrp="1"/>
          </p:cNvSpPr>
          <p:nvPr>
            <p:ph sz="quarter" idx="13"/>
          </p:nvPr>
        </p:nvSpPr>
        <p:spPr>
          <a:xfrm>
            <a:off x="793487" y="1186004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849B33B-081C-439F-9F1A-97E4D57D0A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2FAC7B49-BB48-AA48-5FA8-8D0FAE46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DD3D4932-B24D-52C2-A85B-5CFDA803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182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EB9C35-4E26-FC0D-3110-71FB7D797FFE}"/>
              </a:ext>
            </a:extLst>
          </p:cNvPr>
          <p:cNvSpPr/>
          <p:nvPr userDrawn="1"/>
        </p:nvSpPr>
        <p:spPr>
          <a:xfrm>
            <a:off x="4774728" y="1705073"/>
            <a:ext cx="3960000" cy="4460231"/>
          </a:xfrm>
          <a:prstGeom prst="roundRect">
            <a:avLst>
              <a:gd name="adj" fmla="val 72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34B806-4F9A-7EA6-9D23-39194FC849CD}"/>
              </a:ext>
            </a:extLst>
          </p:cNvPr>
          <p:cNvSpPr/>
          <p:nvPr userDrawn="1"/>
        </p:nvSpPr>
        <p:spPr>
          <a:xfrm>
            <a:off x="421376" y="1705073"/>
            <a:ext cx="3960000" cy="4460231"/>
          </a:xfrm>
          <a:prstGeom prst="roundRect">
            <a:avLst>
              <a:gd name="adj" fmla="val 72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 descr="A picture containing text, sign  Description automatically generated">
            <a:extLst>
              <a:ext uri="{FF2B5EF4-FFF2-40B4-BE49-F238E27FC236}">
                <a16:creationId xmlns:a16="http://schemas.microsoft.com/office/drawing/2014/main" id="{CFB4EC3E-45CA-6D99-4CA7-B484225FF1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552" y="971236"/>
            <a:ext cx="1445000" cy="1156000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09DD2A82-F318-4709-BAEA-467657E32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5343525"/>
            <a:ext cx="889000" cy="890588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09" y="1052736"/>
            <a:ext cx="3672898" cy="639762"/>
          </a:xfrm>
        </p:spPr>
        <p:txBody>
          <a:bodyPr anchor="b"/>
          <a:lstStyle>
            <a:lvl1pPr marL="0" indent="0" algn="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6430" y="1052736"/>
            <a:ext cx="3674341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3"/>
          </p:nvPr>
        </p:nvSpPr>
        <p:spPr>
          <a:xfrm>
            <a:off x="457200" y="1919288"/>
            <a:ext cx="3960813" cy="3949700"/>
          </a:xfrm>
        </p:spPr>
        <p:txBody>
          <a:bodyPr/>
          <a:lstStyle>
            <a:lvl1pPr marL="271463" indent="-271463">
              <a:defRPr>
                <a:solidFill>
                  <a:schemeClr val="tx1"/>
                </a:solidFill>
              </a:defRPr>
            </a:lvl1pPr>
            <a:lvl2pPr marL="533400" indent="-261938">
              <a:defRPr>
                <a:solidFill>
                  <a:schemeClr val="tx1"/>
                </a:solidFill>
              </a:defRPr>
            </a:lvl2pPr>
            <a:lvl3pPr marL="806450" indent="-273050">
              <a:defRPr>
                <a:solidFill>
                  <a:schemeClr val="tx1"/>
                </a:solidFill>
              </a:defRPr>
            </a:lvl3pPr>
            <a:lvl4pPr marL="1077913" indent="-271463">
              <a:defRPr>
                <a:solidFill>
                  <a:schemeClr val="tx1"/>
                </a:solidFill>
              </a:defRPr>
            </a:lvl4pPr>
            <a:lvl5pPr marL="1349375" indent="-27146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9" name="Content Placeholder 17"/>
          <p:cNvSpPr>
            <a:spLocks noGrp="1"/>
          </p:cNvSpPr>
          <p:nvPr>
            <p:ph sz="quarter" idx="14"/>
          </p:nvPr>
        </p:nvSpPr>
        <p:spPr>
          <a:xfrm>
            <a:off x="4742885" y="1919288"/>
            <a:ext cx="3960813" cy="3949700"/>
          </a:xfrm>
        </p:spPr>
        <p:txBody>
          <a:bodyPr/>
          <a:lstStyle>
            <a:lvl1pPr marL="271463" indent="-271463">
              <a:defRPr>
                <a:solidFill>
                  <a:schemeClr val="tx1"/>
                </a:solidFill>
              </a:defRPr>
            </a:lvl1pPr>
            <a:lvl2pPr marL="533400" indent="-261938">
              <a:defRPr>
                <a:solidFill>
                  <a:schemeClr val="tx1"/>
                </a:solidFill>
              </a:defRPr>
            </a:lvl2pPr>
            <a:lvl3pPr marL="806450" indent="-273050">
              <a:defRPr>
                <a:solidFill>
                  <a:schemeClr val="tx1"/>
                </a:solidFill>
              </a:defRPr>
            </a:lvl3pPr>
            <a:lvl4pPr marL="1077913" indent="-271463">
              <a:defRPr>
                <a:solidFill>
                  <a:schemeClr val="tx1"/>
                </a:solidFill>
              </a:defRPr>
            </a:lvl4pPr>
            <a:lvl5pPr marL="1349375" indent="-27146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0BA6B086-B182-4D6A-9AFE-2882EB2A03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57C9D547-7D56-5C57-E4F5-A49B0283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252B0-A0A3-4FBD-3210-2054A86F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2C3064F-E5DA-A779-402D-F6EE2A83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44" y="332656"/>
            <a:ext cx="6954791" cy="706437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362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D2732-1735-4792-B403-0B84B1868B06}"/>
              </a:ext>
            </a:extLst>
          </p:cNvPr>
          <p:cNvSpPr/>
          <p:nvPr/>
        </p:nvSpPr>
        <p:spPr>
          <a:xfrm>
            <a:off x="314474" y="244334"/>
            <a:ext cx="2962125" cy="6355642"/>
          </a:xfrm>
          <a:custGeom>
            <a:avLst/>
            <a:gdLst>
              <a:gd name="connsiteX0" fmla="*/ 0 w 2953072"/>
              <a:gd name="connsiteY0" fmla="*/ 0 h 6336704"/>
              <a:gd name="connsiteX1" fmla="*/ 2953072 w 2953072"/>
              <a:gd name="connsiteY1" fmla="*/ 0 h 6336704"/>
              <a:gd name="connsiteX2" fmla="*/ 2953072 w 2953072"/>
              <a:gd name="connsiteY2" fmla="*/ 6336704 h 6336704"/>
              <a:gd name="connsiteX3" fmla="*/ 0 w 2953072"/>
              <a:gd name="connsiteY3" fmla="*/ 6336704 h 6336704"/>
              <a:gd name="connsiteX4" fmla="*/ 0 w 2953072"/>
              <a:gd name="connsiteY4" fmla="*/ 0 h 6336704"/>
              <a:gd name="connsiteX0" fmla="*/ 0 w 2953072"/>
              <a:gd name="connsiteY0" fmla="*/ 0 h 6336704"/>
              <a:gd name="connsiteX1" fmla="*/ 2953072 w 2953072"/>
              <a:gd name="connsiteY1" fmla="*/ 0 h 6336704"/>
              <a:gd name="connsiteX2" fmla="*/ 2953072 w 2953072"/>
              <a:gd name="connsiteY2" fmla="*/ 6336704 h 6336704"/>
              <a:gd name="connsiteX3" fmla="*/ 0 w 2953072"/>
              <a:gd name="connsiteY3" fmla="*/ 6336704 h 6336704"/>
              <a:gd name="connsiteX4" fmla="*/ 0 w 2953072"/>
              <a:gd name="connsiteY4" fmla="*/ 0 h 6336704"/>
              <a:gd name="connsiteX0" fmla="*/ 0 w 2953072"/>
              <a:gd name="connsiteY0" fmla="*/ 16204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16204 h 6352908"/>
              <a:gd name="connsiteX0" fmla="*/ 0 w 2953072"/>
              <a:gd name="connsiteY0" fmla="*/ 233488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233488 h 6352908"/>
              <a:gd name="connsiteX0" fmla="*/ 0 w 2953072"/>
              <a:gd name="connsiteY0" fmla="*/ 233488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233488 h 6352908"/>
              <a:gd name="connsiteX0" fmla="*/ 0 w 2953072"/>
              <a:gd name="connsiteY0" fmla="*/ 233588 h 6353008"/>
              <a:gd name="connsiteX1" fmla="*/ 255894 w 2953072"/>
              <a:gd name="connsiteY1" fmla="*/ 100 h 6353008"/>
              <a:gd name="connsiteX2" fmla="*/ 2953072 w 2953072"/>
              <a:gd name="connsiteY2" fmla="*/ 16304 h 6353008"/>
              <a:gd name="connsiteX3" fmla="*/ 2953072 w 2953072"/>
              <a:gd name="connsiteY3" fmla="*/ 6353008 h 6353008"/>
              <a:gd name="connsiteX4" fmla="*/ 0 w 2953072"/>
              <a:gd name="connsiteY4" fmla="*/ 6353008 h 6353008"/>
              <a:gd name="connsiteX5" fmla="*/ 0 w 2953072"/>
              <a:gd name="connsiteY5" fmla="*/ 233588 h 6353008"/>
              <a:gd name="connsiteX0" fmla="*/ 0 w 2953072"/>
              <a:gd name="connsiteY0" fmla="*/ 224545 h 6353018"/>
              <a:gd name="connsiteX1" fmla="*/ 255894 w 2953072"/>
              <a:gd name="connsiteY1" fmla="*/ 110 h 6353018"/>
              <a:gd name="connsiteX2" fmla="*/ 2953072 w 2953072"/>
              <a:gd name="connsiteY2" fmla="*/ 16314 h 6353018"/>
              <a:gd name="connsiteX3" fmla="*/ 2953072 w 2953072"/>
              <a:gd name="connsiteY3" fmla="*/ 6353018 h 6353018"/>
              <a:gd name="connsiteX4" fmla="*/ 0 w 2953072"/>
              <a:gd name="connsiteY4" fmla="*/ 6353018 h 6353018"/>
              <a:gd name="connsiteX5" fmla="*/ 0 w 2953072"/>
              <a:gd name="connsiteY5" fmla="*/ 224545 h 6353018"/>
              <a:gd name="connsiteX0" fmla="*/ 0 w 2953072"/>
              <a:gd name="connsiteY0" fmla="*/ 224545 h 6355642"/>
              <a:gd name="connsiteX1" fmla="*/ 255894 w 2953072"/>
              <a:gd name="connsiteY1" fmla="*/ 110 h 6355642"/>
              <a:gd name="connsiteX2" fmla="*/ 2953072 w 2953072"/>
              <a:gd name="connsiteY2" fmla="*/ 16314 h 6355642"/>
              <a:gd name="connsiteX3" fmla="*/ 2953072 w 2953072"/>
              <a:gd name="connsiteY3" fmla="*/ 6353018 h 6355642"/>
              <a:gd name="connsiteX4" fmla="*/ 192520 w 2953072"/>
              <a:gd name="connsiteY4" fmla="*/ 6355642 h 6355642"/>
              <a:gd name="connsiteX5" fmla="*/ 0 w 2953072"/>
              <a:gd name="connsiteY5" fmla="*/ 6353018 h 6355642"/>
              <a:gd name="connsiteX6" fmla="*/ 0 w 2953072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2125" h="6355642">
                <a:moveTo>
                  <a:pt x="9053" y="224545"/>
                </a:moveTo>
                <a:cubicBezTo>
                  <a:pt x="21923" y="83342"/>
                  <a:pt x="134381" y="-3543"/>
                  <a:pt x="264947" y="110"/>
                </a:cubicBezTo>
                <a:lnTo>
                  <a:pt x="2962125" y="16314"/>
                </a:lnTo>
                <a:lnTo>
                  <a:pt x="2962125" y="6353018"/>
                </a:lnTo>
                <a:lnTo>
                  <a:pt x="201573" y="6355642"/>
                </a:lnTo>
                <a:cubicBezTo>
                  <a:pt x="107222" y="6351749"/>
                  <a:pt x="3816" y="6266376"/>
                  <a:pt x="0" y="6126681"/>
                </a:cubicBezTo>
                <a:cubicBezTo>
                  <a:pt x="3018" y="4159302"/>
                  <a:pt x="6035" y="2191924"/>
                  <a:pt x="9053" y="22454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002154-6E5B-4125-89E6-A0315FB0FAA8}"/>
              </a:ext>
            </a:extLst>
          </p:cNvPr>
          <p:cNvCxnSpPr>
            <a:cxnSpLocks/>
          </p:cNvCxnSpPr>
          <p:nvPr/>
        </p:nvCxnSpPr>
        <p:spPr>
          <a:xfrm>
            <a:off x="3491880" y="554038"/>
            <a:ext cx="0" cy="5749925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36" y="1464972"/>
            <a:ext cx="2729029" cy="3928057"/>
          </a:xfrm>
        </p:spPr>
        <p:txBody>
          <a:bodyPr>
            <a:noAutofit/>
          </a:bodyPr>
          <a:lstStyle>
            <a:lvl1pPr algn="ctr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4" y="2060848"/>
            <a:ext cx="4834876" cy="384929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3851275" y="404664"/>
            <a:ext cx="3529037" cy="1428363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rgbClr val="C00000"/>
                </a:solidFill>
              </a:defRPr>
            </a:lvl1pPr>
            <a:lvl2pPr>
              <a:defRPr sz="3200">
                <a:solidFill>
                  <a:srgbClr val="C00000"/>
                </a:solidFill>
              </a:defRPr>
            </a:lvl2pPr>
            <a:lvl3pPr>
              <a:defRPr sz="3200">
                <a:solidFill>
                  <a:srgbClr val="C00000"/>
                </a:solidFill>
              </a:defRPr>
            </a:lvl3pPr>
            <a:lvl4pPr>
              <a:defRPr sz="3200">
                <a:solidFill>
                  <a:srgbClr val="C00000"/>
                </a:solidFill>
              </a:defRPr>
            </a:lvl4pPr>
            <a:lvl5pPr>
              <a:defRPr sz="3200">
                <a:solidFill>
                  <a:srgbClr val="C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3FE2FD6-5C63-491D-B8CD-41062369C4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A449D06-60B3-08CD-9369-C304B2D7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E98A2A54-8DAC-BBF8-E2E2-A989DBA03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0832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D2732-1735-4792-B403-0B84B1868B06}"/>
              </a:ext>
            </a:extLst>
          </p:cNvPr>
          <p:cNvSpPr/>
          <p:nvPr/>
        </p:nvSpPr>
        <p:spPr>
          <a:xfrm>
            <a:off x="0" y="1985226"/>
            <a:ext cx="546821" cy="28875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002154-6E5B-4125-89E6-A0315FB0FAA8}"/>
              </a:ext>
            </a:extLst>
          </p:cNvPr>
          <p:cNvCxnSpPr>
            <a:cxnSpLocks/>
          </p:cNvCxnSpPr>
          <p:nvPr userDrawn="1"/>
        </p:nvCxnSpPr>
        <p:spPr>
          <a:xfrm>
            <a:off x="3563888" y="1953689"/>
            <a:ext cx="0" cy="2950622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821" y="814878"/>
            <a:ext cx="2729029" cy="5228244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3851276" y="764444"/>
            <a:ext cx="3529034" cy="10731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C00000"/>
                </a:solidFill>
              </a:defRPr>
            </a:lvl1pPr>
            <a:lvl2pPr>
              <a:defRPr sz="3200">
                <a:solidFill>
                  <a:srgbClr val="C00000"/>
                </a:solidFill>
              </a:defRPr>
            </a:lvl2pPr>
            <a:lvl3pPr>
              <a:defRPr sz="3200">
                <a:solidFill>
                  <a:srgbClr val="C00000"/>
                </a:solidFill>
              </a:defRPr>
            </a:lvl3pPr>
            <a:lvl4pPr>
              <a:defRPr sz="3200">
                <a:solidFill>
                  <a:srgbClr val="C00000"/>
                </a:solidFill>
              </a:defRPr>
            </a:lvl4pPr>
            <a:lvl5pPr>
              <a:defRPr sz="3200">
                <a:solidFill>
                  <a:srgbClr val="C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3FE2FD6-5C63-491D-B8CD-41062369C4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340470-5BD3-9908-3B9E-50949C14D96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51275" y="1982440"/>
            <a:ext cx="4835525" cy="346268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8D138C5A-0996-E274-077D-A16E50E4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C4F0AE1-3152-F183-4104-3E4F7CFD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2492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8406D02-29E7-4BA3-8AE8-96060357573C}"/>
              </a:ext>
            </a:extLst>
          </p:cNvPr>
          <p:cNvSpPr/>
          <p:nvPr/>
        </p:nvSpPr>
        <p:spPr>
          <a:xfrm>
            <a:off x="0" y="647774"/>
            <a:ext cx="6084888" cy="595164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D38A2-1B3B-456E-AC97-85B2B96B1802}"/>
              </a:ext>
            </a:extLst>
          </p:cNvPr>
          <p:cNvSpPr/>
          <p:nvPr/>
        </p:nvSpPr>
        <p:spPr>
          <a:xfrm>
            <a:off x="639763" y="1920875"/>
            <a:ext cx="4219575" cy="139700"/>
          </a:xfrm>
          <a:prstGeom prst="rect">
            <a:avLst/>
          </a:prstGeom>
          <a:solidFill>
            <a:srgbClr val="D39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8611B-7196-4959-974D-E888F31EAA2A}"/>
              </a:ext>
            </a:extLst>
          </p:cNvPr>
          <p:cNvSpPr/>
          <p:nvPr/>
        </p:nvSpPr>
        <p:spPr>
          <a:xfrm>
            <a:off x="639763" y="5084763"/>
            <a:ext cx="4219575" cy="141287"/>
          </a:xfrm>
          <a:prstGeom prst="rect">
            <a:avLst/>
          </a:prstGeom>
          <a:solidFill>
            <a:srgbClr val="D39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5810"/>
            <a:ext cx="5486400" cy="566738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39763" y="2152650"/>
            <a:ext cx="4219575" cy="281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5022850" y="1920875"/>
            <a:ext cx="3663950" cy="33051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36F29DE-8A80-44A6-9533-F46E5B05F2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AB432A3-E1CF-7BD8-E24A-A7F69E38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FACC4F3C-5B7C-AEA3-273C-E93AADF8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2901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5843F5-5FB0-4337-86CE-56BE932DA5C7}"/>
              </a:ext>
            </a:extLst>
          </p:cNvPr>
          <p:cNvCxnSpPr/>
          <p:nvPr/>
        </p:nvCxnSpPr>
        <p:spPr>
          <a:xfrm>
            <a:off x="3570288" y="333375"/>
            <a:ext cx="0" cy="5749925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3008313" cy="1535537"/>
          </a:xfrm>
        </p:spPr>
        <p:txBody>
          <a:bodyPr anchor="b">
            <a:noAutofit/>
          </a:bodyPr>
          <a:lstStyle>
            <a:lvl1pPr algn="r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187FDD4-37EE-46DC-8636-EB162B68AB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62CB08CA-C774-8E2E-A47B-B555E156F1F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75064" y="548680"/>
            <a:ext cx="4675449" cy="54726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 dirty="0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EA1C2EC1-96B8-0C9A-C076-5CD605257E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93489" y="2276872"/>
            <a:ext cx="2672024" cy="351857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F99904D3-B422-E4EE-CEAD-FC9A5B7F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8BE334F-317B-0806-1F1B-6462AA20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382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960372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76872"/>
            <a:ext cx="3008313" cy="3841417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0DA268-098C-4FE3-9897-C772530CB6A8}"/>
              </a:ext>
            </a:extLst>
          </p:cNvPr>
          <p:cNvCxnSpPr/>
          <p:nvPr/>
        </p:nvCxnSpPr>
        <p:spPr>
          <a:xfrm>
            <a:off x="3570487" y="332656"/>
            <a:ext cx="0" cy="5750559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46D24CC9-65CF-46C8-6C55-428B8E4B637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08400" y="692696"/>
            <a:ext cx="4978400" cy="51709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93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7ED9451-C273-6C4B-0F6E-17D3ED886C66}"/>
              </a:ext>
            </a:extLst>
          </p:cNvPr>
          <p:cNvSpPr/>
          <p:nvPr userDrawn="1"/>
        </p:nvSpPr>
        <p:spPr>
          <a:xfrm>
            <a:off x="343800" y="279000"/>
            <a:ext cx="8456400" cy="6300000"/>
          </a:xfrm>
          <a:custGeom>
            <a:avLst/>
            <a:gdLst>
              <a:gd name="connsiteX0" fmla="*/ 145089 w 8456400"/>
              <a:gd name="connsiteY0" fmla="*/ 0 h 6300000"/>
              <a:gd name="connsiteX1" fmla="*/ 7126200 w 8456400"/>
              <a:gd name="connsiteY1" fmla="*/ 0 h 6300000"/>
              <a:gd name="connsiteX2" fmla="*/ 7126200 w 8456400"/>
              <a:gd name="connsiteY2" fmla="*/ 640048 h 6300000"/>
              <a:gd name="connsiteX3" fmla="*/ 7287152 w 8456400"/>
              <a:gd name="connsiteY3" fmla="*/ 801000 h 6300000"/>
              <a:gd name="connsiteX4" fmla="*/ 8456400 w 8456400"/>
              <a:gd name="connsiteY4" fmla="*/ 801000 h 6300000"/>
              <a:gd name="connsiteX5" fmla="*/ 8456400 w 8456400"/>
              <a:gd name="connsiteY5" fmla="*/ 6154911 h 6300000"/>
              <a:gd name="connsiteX6" fmla="*/ 8311311 w 8456400"/>
              <a:gd name="connsiteY6" fmla="*/ 6300000 h 6300000"/>
              <a:gd name="connsiteX7" fmla="*/ 145089 w 8456400"/>
              <a:gd name="connsiteY7" fmla="*/ 6300000 h 6300000"/>
              <a:gd name="connsiteX8" fmla="*/ 0 w 8456400"/>
              <a:gd name="connsiteY8" fmla="*/ 6154911 h 6300000"/>
              <a:gd name="connsiteX9" fmla="*/ 0 w 8456400"/>
              <a:gd name="connsiteY9" fmla="*/ 145089 h 6300000"/>
              <a:gd name="connsiteX10" fmla="*/ 145089 w 8456400"/>
              <a:gd name="connsiteY10" fmla="*/ 0 h 63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400" h="6300000">
                <a:moveTo>
                  <a:pt x="145089" y="0"/>
                </a:moveTo>
                <a:lnTo>
                  <a:pt x="7126200" y="0"/>
                </a:lnTo>
                <a:lnTo>
                  <a:pt x="7126200" y="640048"/>
                </a:lnTo>
                <a:cubicBezTo>
                  <a:pt x="7126200" y="728939"/>
                  <a:pt x="7198261" y="801000"/>
                  <a:pt x="7287152" y="801000"/>
                </a:cubicBezTo>
                <a:lnTo>
                  <a:pt x="8456400" y="801000"/>
                </a:lnTo>
                <a:lnTo>
                  <a:pt x="8456400" y="6154911"/>
                </a:lnTo>
                <a:cubicBezTo>
                  <a:pt x="8456400" y="6235041"/>
                  <a:pt x="8391441" y="6300000"/>
                  <a:pt x="8311311" y="6300000"/>
                </a:cubicBezTo>
                <a:lnTo>
                  <a:pt x="145089" y="6300000"/>
                </a:lnTo>
                <a:cubicBezTo>
                  <a:pt x="64959" y="6300000"/>
                  <a:pt x="0" y="6235041"/>
                  <a:pt x="0" y="6154911"/>
                </a:cubicBezTo>
                <a:lnTo>
                  <a:pt x="0" y="145089"/>
                </a:lnTo>
                <a:cubicBezTo>
                  <a:pt x="0" y="64959"/>
                  <a:pt x="64959" y="0"/>
                  <a:pt x="145089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3" descr="Logo, company name  Description automatically generated">
            <a:extLst>
              <a:ext uri="{FF2B5EF4-FFF2-40B4-BE49-F238E27FC236}">
                <a16:creationId xmlns:a16="http://schemas.microsoft.com/office/drawing/2014/main" id="{3C5F42EB-A19F-242F-B6B3-7135CAD47F9F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900" y="149225"/>
            <a:ext cx="1424665" cy="878536"/>
          </a:xfrm>
          <a:prstGeom prst="rect">
            <a:avLst/>
          </a:prstGeom>
        </p:spPr>
      </p:pic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54FB0E3-F06A-49A8-A4EA-433CB221F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744" y="451099"/>
            <a:ext cx="6954791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AB324CB-63B1-42D8-8FF7-EB59D6BD2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38914-5865-453B-A2F9-41810CBD5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1653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A11F45-4E4A-3032-DB79-5AEBC095FBBB}"/>
              </a:ext>
            </a:extLst>
          </p:cNvPr>
          <p:cNvSpPr/>
          <p:nvPr userDrawn="1"/>
        </p:nvSpPr>
        <p:spPr>
          <a:xfrm>
            <a:off x="8709142" y="6231593"/>
            <a:ext cx="430095" cy="2175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53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799" r:id="rId2"/>
    <p:sldLayoutId id="2147483801" r:id="rId3"/>
    <p:sldLayoutId id="2147483802" r:id="rId4"/>
    <p:sldLayoutId id="2147483809" r:id="rId5"/>
    <p:sldLayoutId id="2147483803" r:id="rId6"/>
    <p:sldLayoutId id="2147483818" r:id="rId7"/>
    <p:sldLayoutId id="2147483822" r:id="rId8"/>
    <p:sldLayoutId id="2147483823" r:id="rId9"/>
    <p:sldLayoutId id="2147483805" r:id="rId10"/>
    <p:sldLayoutId id="2147483806" r:id="rId11"/>
    <p:sldLayoutId id="2147483807" r:id="rId12"/>
    <p:sldLayoutId id="2147483824" r:id="rId13"/>
    <p:sldLayoutId id="2147483817" r:id="rId14"/>
    <p:sldLayoutId id="2147483819" r:id="rId15"/>
    <p:sldLayoutId id="2147483808" r:id="rId16"/>
    <p:sldLayoutId id="2147483810" r:id="rId17"/>
    <p:sldLayoutId id="2147483811" r:id="rId18"/>
    <p:sldLayoutId id="2147483825" r:id="rId19"/>
    <p:sldLayoutId id="2147483812" r:id="rId20"/>
    <p:sldLayoutId id="2147483813" r:id="rId21"/>
    <p:sldLayoutId id="2147483820" r:id="rId22"/>
    <p:sldLayoutId id="2147483814" r:id="rId23"/>
    <p:sldLayoutId id="2147483815" r:id="rId24"/>
    <p:sldLayoutId id="2147483821" r:id="rId2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uiExpand="1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C00000"/>
          </a:solidFill>
          <a:latin typeface="+mn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50000"/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70000"/>
        <a:buFont typeface="Wingdings" panose="05000000000000000000" pitchFamily="2" charset="2"/>
        <a:buChar char="q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6468D6F9-932A-42D5-864C-4F101645F66D}"/>
              </a:ext>
            </a:extLst>
          </p:cNvPr>
          <p:cNvSpPr>
            <a:spLocks noGrp="1"/>
          </p:cNvSpPr>
          <p:nvPr/>
        </p:nvSpPr>
        <p:spPr>
          <a:xfrm>
            <a:off x="575556" y="764704"/>
            <a:ext cx="7992888" cy="41044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b="1" dirty="0">
                <a:solidFill>
                  <a:schemeClr val="tx2"/>
                </a:solidFill>
              </a:rPr>
              <a:t>Churn Prediction Modeling in Telecom Sector Using Python</a:t>
            </a:r>
          </a:p>
          <a:p>
            <a:r>
              <a:rPr lang="en-IN" sz="1400" dirty="0">
                <a:solidFill>
                  <a:schemeClr val="tx2"/>
                </a:solidFill>
              </a:rPr>
              <a:t>MBA Project Presentation Submitted To</a:t>
            </a:r>
          </a:p>
          <a:p>
            <a:r>
              <a:rPr lang="en-IN" sz="1400" dirty="0">
                <a:solidFill>
                  <a:schemeClr val="tx2"/>
                </a:solidFill>
              </a:rPr>
              <a:t>Dr. D. Y. Patil Vidyapeeth, Centre For Online Learning, Pune</a:t>
            </a:r>
          </a:p>
          <a:p>
            <a:endParaRPr lang="en-IN" sz="1400" dirty="0">
              <a:solidFill>
                <a:schemeClr val="tx2"/>
              </a:solidFill>
            </a:endParaRPr>
          </a:p>
          <a:p>
            <a:r>
              <a:rPr lang="en-US" sz="1400" b="1" dirty="0">
                <a:solidFill>
                  <a:schemeClr val="tx2"/>
                </a:solidFill>
              </a:rPr>
              <a:t>Submitted By: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Name: </a:t>
            </a:r>
            <a:r>
              <a:rPr lang="en-US" sz="1400" dirty="0">
                <a:solidFill>
                  <a:schemeClr val="tx2"/>
                </a:solidFill>
              </a:rPr>
              <a:t>Aryan Raina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Specialization: </a:t>
            </a:r>
            <a:r>
              <a:rPr lang="en-US" sz="1400" dirty="0">
                <a:solidFill>
                  <a:schemeClr val="tx2"/>
                </a:solidFill>
              </a:rPr>
              <a:t>Artificial Intelligence &amp; Machine Learning</a:t>
            </a:r>
          </a:p>
          <a:p>
            <a:endParaRPr lang="en-IN" sz="1400" dirty="0">
              <a:solidFill>
                <a:schemeClr val="tx2"/>
              </a:solidFill>
            </a:endParaRPr>
          </a:p>
          <a:p>
            <a:r>
              <a:rPr lang="en-US" sz="1400" b="1" dirty="0">
                <a:solidFill>
                  <a:schemeClr val="tx2"/>
                </a:solidFill>
              </a:rPr>
              <a:t>Under the Guidance of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Prof. Dr. Mahantesh M. Kodabagi</a:t>
            </a:r>
          </a:p>
          <a:p>
            <a:endParaRPr lang="en-IN" sz="1400" dirty="0">
              <a:solidFill>
                <a:schemeClr val="tx2"/>
              </a:solidFill>
            </a:endParaRPr>
          </a:p>
          <a:p>
            <a:r>
              <a:rPr lang="en-IN" sz="1400" b="1" dirty="0">
                <a:solidFill>
                  <a:schemeClr val="tx2"/>
                </a:solidFill>
              </a:rPr>
              <a:t>Dr. D. Y. Patil Vidyapeeth, Centre for Online Learning, Pune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2024-2025</a:t>
            </a:r>
          </a:p>
          <a:p>
            <a:pPr algn="l"/>
            <a:endParaRPr lang="en-IN" b="1" dirty="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Customer churn is a major challenge in the telecom industry.</a:t>
            </a:r>
          </a:p>
          <a:p>
            <a:pPr marL="0" indent="0">
              <a:buNone/>
            </a:pPr>
            <a:r>
              <a:rPr lang="en-US" sz="1600" dirty="0"/>
              <a:t>Losing customers affects revenue and business growth.</a:t>
            </a:r>
          </a:p>
          <a:p>
            <a:pPr marL="0" indent="0">
              <a:buNone/>
            </a:pPr>
            <a:r>
              <a:rPr lang="en-US" sz="1600" dirty="0"/>
              <a:t>Predicting churn helps companies take preventive actions.</a:t>
            </a:r>
          </a:p>
          <a:p>
            <a:pPr marL="0" indent="0">
              <a:buNone/>
            </a:pPr>
            <a:r>
              <a:rPr lang="en-US" sz="1600" dirty="0"/>
              <a:t>Machine learning can identify customers likely to leave services.</a:t>
            </a:r>
          </a:p>
          <a:p>
            <a:pPr marL="0" indent="0">
              <a:buNone/>
            </a:pPr>
            <a:r>
              <a:rPr lang="en-US" sz="1600" dirty="0"/>
              <a:t>The project focuses on customer churn prediction using Python-based ML models.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Telecom companies face difficulty in retaining customers due to high competition and changing customer preferences.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The objective of this project is to:</a:t>
            </a:r>
          </a:p>
          <a:p>
            <a:r>
              <a:rPr lang="en-US" sz="1600" dirty="0"/>
              <a:t>Analyze customer behavior</a:t>
            </a:r>
          </a:p>
          <a:p>
            <a:r>
              <a:rPr lang="en-US" sz="1600" dirty="0"/>
              <a:t>Identify factors affecting churn</a:t>
            </a:r>
          </a:p>
          <a:p>
            <a:r>
              <a:rPr lang="en-US" sz="1600" dirty="0"/>
              <a:t>Develop a machine learning model to predict customer churn accurately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50770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1800" dirty="0"/>
              <a:t>Research Papers used for study : [Mention the Numbers]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Published articles in Newspapers, Journal and web sites : [Mention the Numbers]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Books : [Mention the Numbers]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Company web sites : [Mention the Numbers]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Study reports : [Mention the Numbers]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Objectives of the Study </a:t>
            </a:r>
          </a:p>
        </p:txBody>
      </p:sp>
    </p:spTree>
    <p:extLst>
      <p:ext uri="{BB962C8B-B14F-4D97-AF65-F5344CB8AC3E}">
        <p14:creationId xmlns:p14="http://schemas.microsoft.com/office/powerpoint/2010/main" val="168265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Telecom Customer Churn Dataset</a:t>
            </a:r>
          </a:p>
          <a:p>
            <a:pPr marL="0" indent="0">
              <a:buNone/>
            </a:pPr>
            <a:r>
              <a:rPr lang="en-US" sz="1600" dirty="0"/>
              <a:t>Total Records: 7043   |   Total Features: 21   |   Target Variable: Churn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Important Features</a:t>
            </a:r>
          </a:p>
          <a:p>
            <a:pPr marL="0" indent="0">
              <a:buNone/>
            </a:pPr>
            <a:r>
              <a:rPr lang="en-US" sz="1600" dirty="0"/>
              <a:t>Gender, Tenure, Monthly Charges, Total Charges, Contract Type, Internet Service, Payment Method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Tools &amp; Technologies</a:t>
            </a:r>
          </a:p>
          <a:p>
            <a:pPr marL="0" indent="0">
              <a:buNone/>
            </a:pPr>
            <a:r>
              <a:rPr lang="en-US" sz="1600" dirty="0"/>
              <a:t>Python, Pandas, NumPy, Scikit-learn, XGBoost, LightGBM, CatBoost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Dataset Information</a:t>
            </a:r>
          </a:p>
        </p:txBody>
      </p:sp>
    </p:spTree>
    <p:extLst>
      <p:ext uri="{BB962C8B-B14F-4D97-AF65-F5344CB8AC3E}">
        <p14:creationId xmlns:p14="http://schemas.microsoft.com/office/powerpoint/2010/main" val="115603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r>
              <a:rPr lang="en-US" sz="1600" dirty="0"/>
              <a:t>Data Collection</a:t>
            </a:r>
          </a:p>
          <a:p>
            <a:r>
              <a:rPr lang="en-US" sz="1600" dirty="0"/>
              <a:t>Data Cleaning &amp; Preprocessing</a:t>
            </a:r>
          </a:p>
          <a:p>
            <a:r>
              <a:rPr lang="en-US" sz="1600" dirty="0"/>
              <a:t>Exploratory Data Analysis (EDA)</a:t>
            </a:r>
          </a:p>
          <a:p>
            <a:r>
              <a:rPr lang="en-US" sz="1600" dirty="0"/>
              <a:t>Hypothesis Testing</a:t>
            </a:r>
          </a:p>
          <a:p>
            <a:r>
              <a:rPr lang="en-US" sz="1600" dirty="0"/>
              <a:t>Feature Engineering</a:t>
            </a:r>
          </a:p>
          <a:p>
            <a:r>
              <a:rPr lang="en-US" sz="1600" dirty="0"/>
              <a:t>Handling Imbalanced Data using SMOTE</a:t>
            </a:r>
          </a:p>
          <a:p>
            <a:r>
              <a:rPr lang="en-US" sz="1600" dirty="0"/>
              <a:t>Model Building</a:t>
            </a:r>
          </a:p>
          <a:p>
            <a:r>
              <a:rPr lang="en-US" sz="1600" dirty="0"/>
              <a:t>Hyperparameter Tuning</a:t>
            </a:r>
          </a:p>
          <a:p>
            <a:r>
              <a:rPr lang="en-US" sz="1600" dirty="0"/>
              <a:t>Model Evaluation &amp; Final Selection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Project Workflow / Methodology </a:t>
            </a:r>
          </a:p>
        </p:txBody>
      </p:sp>
    </p:spTree>
    <p:extLst>
      <p:ext uri="{BB962C8B-B14F-4D97-AF65-F5344CB8AC3E}">
        <p14:creationId xmlns:p14="http://schemas.microsoft.com/office/powerpoint/2010/main" val="164521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Data Preprocessing Steps</a:t>
            </a:r>
          </a:p>
          <a:p>
            <a:r>
              <a:rPr lang="en-US" sz="1600" dirty="0"/>
              <a:t>Checked missing values</a:t>
            </a:r>
          </a:p>
          <a:p>
            <a:r>
              <a:rPr lang="en-US" sz="1600" dirty="0"/>
              <a:t>Converted data types</a:t>
            </a:r>
          </a:p>
          <a:p>
            <a:r>
              <a:rPr lang="en-US" sz="1600" dirty="0"/>
              <a:t>Encoded categorical variables</a:t>
            </a:r>
          </a:p>
          <a:p>
            <a:r>
              <a:rPr lang="en-US" sz="1600" dirty="0"/>
              <a:t>Applied feature scaling using StandardScaler</a:t>
            </a:r>
          </a:p>
          <a:p>
            <a:r>
              <a:rPr lang="en-US" sz="1600" dirty="0"/>
              <a:t>Removed unnecessary columns</a:t>
            </a:r>
          </a:p>
          <a:p>
            <a:r>
              <a:rPr lang="en-US" sz="1600" dirty="0"/>
              <a:t>Performed train-test split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Additional Techniques</a:t>
            </a:r>
          </a:p>
          <a:p>
            <a:pPr marL="0" indent="0">
              <a:buNone/>
            </a:pPr>
            <a:r>
              <a:rPr lang="en-US" sz="1600" dirty="0"/>
              <a:t>One-Hot Encoding  |  Binary Encoding  |  Feature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83894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Churn Distribution Findings</a:t>
            </a:r>
          </a:p>
          <a:p>
            <a:r>
              <a:rPr lang="en-US" sz="1600" dirty="0"/>
              <a:t>Around 26.5% customers churned</a:t>
            </a:r>
          </a:p>
          <a:p>
            <a:r>
              <a:rPr lang="en-US" sz="1600" dirty="0"/>
              <a:t>Around 73.4% customers retained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Key Insight</a:t>
            </a:r>
          </a:p>
          <a:p>
            <a:pPr marL="0" indent="0">
              <a:buNone/>
            </a:pPr>
            <a:r>
              <a:rPr lang="en-US" sz="1600" dirty="0"/>
              <a:t>The dataset was imbalanced because non-churn customers were significantly higher than churn customers.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887224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Contract Type</a:t>
            </a:r>
          </a:p>
          <a:p>
            <a:r>
              <a:rPr lang="en-US" sz="1600" dirty="0"/>
              <a:t>Month-to-month customers showed the highest churn.</a:t>
            </a:r>
          </a:p>
          <a:p>
            <a:r>
              <a:rPr lang="en-US" sz="1600" dirty="0"/>
              <a:t>One-year and two-year contracts had very low churn.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Internet Service</a:t>
            </a:r>
          </a:p>
          <a:p>
            <a:r>
              <a:rPr lang="en-US" sz="1600" dirty="0"/>
              <a:t>Fiber optic customers had very high churn rates.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Payment Method</a:t>
            </a:r>
          </a:p>
          <a:p>
            <a:r>
              <a:rPr lang="en-US" sz="1600" dirty="0"/>
              <a:t>Electronic check users were more likely to churn.</a:t>
            </a:r>
          </a:p>
          <a:p>
            <a:r>
              <a:rPr lang="en-US" sz="1600" dirty="0"/>
              <a:t>Automatic payment users had better retention.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Senior Citizens</a:t>
            </a:r>
          </a:p>
          <a:p>
            <a:r>
              <a:rPr lang="en-US" sz="1600" dirty="0"/>
              <a:t>Senior citizens showed comparatively higher churn behavior.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Key Business Insights from EDA</a:t>
            </a:r>
          </a:p>
        </p:txBody>
      </p:sp>
    </p:spTree>
    <p:extLst>
      <p:ext uri="{BB962C8B-B14F-4D97-AF65-F5344CB8AC3E}">
        <p14:creationId xmlns:p14="http://schemas.microsoft.com/office/powerpoint/2010/main" val="4036159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Tenure Analysis</a:t>
            </a:r>
          </a:p>
          <a:p>
            <a:r>
              <a:rPr lang="en-US" sz="1600" dirty="0"/>
              <a:t>New customers had the highest churn risk.</a:t>
            </a:r>
          </a:p>
          <a:p>
            <a:r>
              <a:rPr lang="en-US" sz="1600" dirty="0"/>
              <a:t>Customers staying beyond 2 years rarely churned.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Monthly Charges Analysis</a:t>
            </a:r>
          </a:p>
          <a:p>
            <a:r>
              <a:rPr lang="en-US" sz="1600" dirty="0"/>
              <a:t>Higher monthly charges increased churn probability.</a:t>
            </a:r>
          </a:p>
          <a:p>
            <a:r>
              <a:rPr lang="en-US" sz="1600" dirty="0"/>
              <a:t>Customers with lower monthly charges were more loyal.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Strategic Insight</a:t>
            </a:r>
          </a:p>
          <a:p>
            <a:pPr marL="0" indent="0">
              <a:buNone/>
            </a:pPr>
            <a:r>
              <a:rPr lang="en-US" sz="1600" dirty="0"/>
              <a:t>High-paying short-term customers were the most vulnerable segment.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Tenure &amp; Monthly Charges Analysis</a:t>
            </a:r>
          </a:p>
        </p:txBody>
      </p:sp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Test 1 — T-Test: Monthly Charges vs Churn</a:t>
            </a:r>
          </a:p>
          <a:p>
            <a:pPr marL="0" indent="0">
              <a:buNone/>
            </a:pPr>
            <a:r>
              <a:rPr lang="en-US" sz="1600" dirty="0"/>
              <a:t>T-Statistic: 16.48   |   P-Value: &lt; 0.05</a:t>
            </a:r>
          </a:p>
          <a:p>
            <a:pPr marL="0" indent="0">
              <a:buNone/>
            </a:pPr>
            <a:r>
              <a:rPr lang="en-US" sz="1600" dirty="0"/>
              <a:t>Conclusion: Monthly charges significantly affect customer churn.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Test 2 — Chi-Square Test: Contract Type vs Churn</a:t>
            </a:r>
          </a:p>
          <a:p>
            <a:pPr marL="0" indent="0">
              <a:buNone/>
            </a:pPr>
            <a:r>
              <a:rPr lang="en-US" sz="1600" dirty="0"/>
              <a:t>Chi-Square Value: 1179.54   |   P-Value: &lt; 0.05</a:t>
            </a:r>
          </a:p>
          <a:p>
            <a:pPr marL="0" indent="0">
              <a:buNone/>
            </a:pPr>
            <a:r>
              <a:rPr lang="en-US" sz="1600" dirty="0"/>
              <a:t>Conclusion: Contract type has a strong association with customer churn.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Models Implemented</a:t>
            </a:r>
          </a:p>
          <a:p>
            <a:pPr marL="0" indent="0">
              <a:buNone/>
            </a:pPr>
            <a:r>
              <a:rPr lang="en-US" sz="1600" dirty="0"/>
              <a:t>Logistic Regression  |  Decision Tree  |  Random Forest  |  KNN  |  SVM  |  Naive Bayes  |  XGBoost  |  LightGBM  |  CatBoost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Evaluation Metrics</a:t>
            </a:r>
          </a:p>
          <a:p>
            <a:pPr marL="0" indent="0">
              <a:buNone/>
            </a:pPr>
            <a:r>
              <a:rPr lang="en-US" sz="1600" dirty="0"/>
              <a:t>Accuracy  |  ROC-AUC  |  Precision  |  Recall  |  F1-Score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Machine Learning Models Used</a:t>
            </a:r>
          </a:p>
        </p:txBody>
      </p:sp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Model Performance (Baseline)</a:t>
            </a:r>
          </a:p>
          <a:p>
            <a:pPr marL="0" indent="0">
              <a:buNone/>
            </a:pPr>
            <a:r>
              <a:rPr lang="en-US" sz="1600" dirty="0"/>
              <a:t>Logistic Regression:  Accuracy 80.38%  |  ROC-AUC 0.835</a:t>
            </a:r>
          </a:p>
          <a:p>
            <a:pPr marL="0" indent="0">
              <a:buNone/>
            </a:pPr>
            <a:r>
              <a:rPr lang="en-US" sz="1600" dirty="0"/>
              <a:t>Random Forest:  Accuracy 78.67%  |  ROC-AUC 0.817</a:t>
            </a:r>
          </a:p>
          <a:p>
            <a:pPr marL="0" indent="0">
              <a:buNone/>
            </a:pPr>
            <a:r>
              <a:rPr lang="en-US" sz="1600" dirty="0"/>
              <a:t>LightGBM:  Accuracy 78.53%  |  ROC-AUC 0.827</a:t>
            </a:r>
          </a:p>
          <a:p>
            <a:pPr marL="0" indent="0">
              <a:buNone/>
            </a:pPr>
            <a:r>
              <a:rPr lang="en-US" sz="1600" dirty="0"/>
              <a:t>CatBoost:  Accuracy 78.18%  |  ROC-AUC 0.828</a:t>
            </a:r>
          </a:p>
          <a:p>
            <a:pPr marL="0" indent="0">
              <a:buNone/>
            </a:pPr>
            <a:r>
              <a:rPr lang="en-US" sz="1600" dirty="0"/>
              <a:t>XGBoost:  Accuracy 76.68%  |  ROC-AUC 0.814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Observation: Logistic Regression delivered the best baseline performance with strong balance across metrics.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Baseline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Optimization Techniques Used</a:t>
            </a:r>
          </a:p>
          <a:p>
            <a:r>
              <a:rPr lang="en-US" sz="1600" dirty="0"/>
              <a:t>SMOTE for class balancing</a:t>
            </a:r>
          </a:p>
          <a:p>
            <a:r>
              <a:rPr lang="en-US" sz="1600" dirty="0"/>
              <a:t>GridSearchCV for hyperparameter tuning</a:t>
            </a:r>
          </a:p>
          <a:p>
            <a:r>
              <a:rPr lang="en-US" sz="1600" dirty="0"/>
              <a:t>Threshold tuning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Best Tuned CatBoost Parameters</a:t>
            </a:r>
          </a:p>
          <a:p>
            <a:pPr marL="0" indent="0">
              <a:buNone/>
            </a:pPr>
            <a:r>
              <a:rPr lang="en-US" sz="1600" dirty="0"/>
              <a:t>Depth = 8  |  Iterations = 200  |  Learning Rate = 0.1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Final Model Results</a:t>
            </a:r>
          </a:p>
          <a:p>
            <a:pPr marL="0" indent="0">
              <a:buNone/>
            </a:pPr>
            <a:r>
              <a:rPr lang="en-US" sz="1600" dirty="0"/>
              <a:t>Recall improved to 67%  |  F1-Score improved to 0.61</a:t>
            </a:r>
          </a:p>
          <a:p>
            <a:pPr marL="0" indent="0">
              <a:buNone/>
            </a:pPr>
            <a:r>
              <a:rPr lang="en-US" sz="1600" dirty="0"/>
              <a:t>Business Impact: The optimized model became better at identifying churn customers.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Model Optimization &amp; Final Results</a:t>
            </a:r>
          </a:p>
        </p:txBody>
      </p:sp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Conclusion</a:t>
            </a:r>
          </a:p>
          <a:p>
            <a:r>
              <a:rPr lang="en-US" sz="1600" dirty="0"/>
              <a:t>Customer churn can be effectively predicted using machine learning.</a:t>
            </a:r>
          </a:p>
          <a:p>
            <a:r>
              <a:rPr lang="en-US" sz="1600" dirty="0"/>
              <a:t>Contract type, tenure, monthly charges, and payment method strongly influence churn.</a:t>
            </a:r>
          </a:p>
          <a:p>
            <a:r>
              <a:rPr lang="en-US" sz="1600" dirty="0"/>
              <a:t>Logistic Regression gave the best overall balanced performance.</a:t>
            </a:r>
          </a:p>
          <a:p>
            <a:r>
              <a:rPr lang="en-US" sz="1600" dirty="0"/>
              <a:t>Tuned CatBoost improved churn detection capability significantly.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Future Scope</a:t>
            </a:r>
          </a:p>
          <a:p>
            <a:r>
              <a:rPr lang="en-US" sz="1600" dirty="0"/>
              <a:t>Real-time churn prediction deployment</a:t>
            </a:r>
          </a:p>
          <a:p>
            <a:r>
              <a:rPr lang="en-US" sz="1600" dirty="0"/>
              <a:t>Deep learning implementation</a:t>
            </a:r>
          </a:p>
          <a:p>
            <a:r>
              <a:rPr lang="en-US" sz="1600" dirty="0"/>
              <a:t>Integration with CRM systems</a:t>
            </a:r>
          </a:p>
          <a:p>
            <a:r>
              <a:rPr lang="en-US" sz="1600" dirty="0"/>
              <a:t>Personalized customer retention strategies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3;p2">
            <a:extLst>
              <a:ext uri="{FF2B5EF4-FFF2-40B4-BE49-F238E27FC236}">
                <a16:creationId xmlns:a16="http://schemas.microsoft.com/office/drawing/2014/main" id="{3DD7C0C0-A7FD-2BB3-90E2-FE1B8DA63372}"/>
              </a:ext>
            </a:extLst>
          </p:cNvPr>
          <p:cNvSpPr txBox="1"/>
          <p:nvPr/>
        </p:nvSpPr>
        <p:spPr>
          <a:xfrm>
            <a:off x="971600" y="3140968"/>
            <a:ext cx="6431542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b="0" i="0" u="none" strike="noStrike" baseline="0" dirty="0">
                <a:solidFill>
                  <a:srgbClr val="FFFFFF"/>
                </a:solidFill>
                <a:latin typeface="Montserrat-Thin"/>
              </a:rPr>
              <a:t>THANK YOU</a:t>
            </a:r>
            <a:endParaRPr lang="en-US" sz="3200" dirty="0">
              <a:solidFill>
                <a:schemeClr val="bg1"/>
              </a:solidFill>
              <a:latin typeface="Montserrat Medium" panose="00000600000000000000" pitchFamily="2" charset="0"/>
              <a:ea typeface="Verdana" pitchFamily="34" charset="0"/>
              <a:cs typeface="Verdana" pitchFamily="34" charset="0"/>
              <a:sym typeface="Libre 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2426671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a7f5b1cd31814dfdcfe7e01dfa8a4c631a2d342"/>
</p:tagLst>
</file>

<file path=ppt/theme/theme1.xml><?xml version="1.0" encoding="utf-8"?>
<a:theme xmlns:a="http://schemas.openxmlformats.org/drawingml/2006/main" name="Theme2">
  <a:themeElements>
    <a:clrScheme name="Custom 2">
      <a:dk1>
        <a:sysClr val="windowText" lastClr="000000"/>
      </a:dk1>
      <a:lt1>
        <a:srgbClr val="FFFFFF"/>
      </a:lt1>
      <a:dk2>
        <a:srgbClr val="FFFFFF"/>
      </a:dk2>
      <a:lt2>
        <a:srgbClr val="EEECE1"/>
      </a:lt2>
      <a:accent1>
        <a:srgbClr val="4F81BD"/>
      </a:accent1>
      <a:accent2>
        <a:srgbClr val="C0504D"/>
      </a:accent2>
      <a:accent3>
        <a:srgbClr val="F79646"/>
      </a:accent3>
      <a:accent4>
        <a:srgbClr val="8064A2"/>
      </a:accent4>
      <a:accent5>
        <a:srgbClr val="4BACC6"/>
      </a:accent5>
      <a:accent6>
        <a:srgbClr val="FAC08F"/>
      </a:accent6>
      <a:hlink>
        <a:srgbClr val="0000FF"/>
      </a:hlink>
      <a:folHlink>
        <a:srgbClr val="800080"/>
      </a:folHlink>
    </a:clrScheme>
    <a:fontScheme name="Case Study COL22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" id="{625E818F-FC5C-4F0C-BABD-8DA80A61B35B}" vid="{D5BE1DD0-2456-4759-B7C6-3E5FA9AF9F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2807</TotalTime>
  <Words>795</Words>
  <Application>Microsoft Office PowerPoint</Application>
  <PresentationFormat>On-screen Show (4:3)</PresentationFormat>
  <Paragraphs>149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Courier New</vt:lpstr>
      <vt:lpstr>Montserrat</vt:lpstr>
      <vt:lpstr>Montserrat Medium</vt:lpstr>
      <vt:lpstr>Montserrat-Thin</vt:lpstr>
      <vt:lpstr>Wingdings</vt:lpstr>
      <vt:lpstr>Theme2</vt:lpstr>
      <vt:lpstr>PowerPoint Presentation</vt:lpstr>
      <vt:lpstr>Introduction</vt:lpstr>
      <vt:lpstr>Problem Statement</vt:lpstr>
      <vt:lpstr>Objectives of the Study </vt:lpstr>
      <vt:lpstr>Dataset Information</vt:lpstr>
      <vt:lpstr>Project Workflow / Methodology </vt:lpstr>
      <vt:lpstr>Data Preprocessing</vt:lpstr>
      <vt:lpstr>Exploratory Data Analysis (EDA)</vt:lpstr>
      <vt:lpstr>Key Business Insights from EDA</vt:lpstr>
      <vt:lpstr>Tenure &amp; Monthly Charges Analysis</vt:lpstr>
      <vt:lpstr>Hypothesis Testing</vt:lpstr>
      <vt:lpstr>Machine Learning Models Used</vt:lpstr>
      <vt:lpstr>Baseline Model Comparison</vt:lpstr>
      <vt:lpstr>Model Optimization &amp; Final Results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INTEL</dc:creator>
  <cp:lastModifiedBy>Aryan kamal raina</cp:lastModifiedBy>
  <cp:revision>298</cp:revision>
  <dcterms:created xsi:type="dcterms:W3CDTF">2020-04-27T11:11:39Z</dcterms:created>
  <dcterms:modified xsi:type="dcterms:W3CDTF">2026-05-17T18:50:54Z</dcterms:modified>
</cp:coreProperties>
</file>